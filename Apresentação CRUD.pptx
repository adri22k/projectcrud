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Kanit" panose="020B0604020202020204" charset="-34"/>
      <p:regular r:id="rId12"/>
      <p:bold r:id="rId13"/>
      <p:italic r:id="rId14"/>
      <p:boldItalic r:id="rId15"/>
    </p:embeddedFont>
    <p:embeddedFont>
      <p:font typeface="Open Sans" panose="020F050202020403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dea975240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dea975240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dea975240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dea975240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db0f9523dd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db0f9523dd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dd0c7d16c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dd0c7d16c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db0f9523dd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db0f9523dd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ea355f518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ea355f518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db0f9523dd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db0f9523dd_0_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50" y="284400"/>
            <a:ext cx="8699100" cy="4859100"/>
            <a:chOff x="150" y="284400"/>
            <a:chExt cx="8699100" cy="4859100"/>
          </a:xfrm>
        </p:grpSpPr>
        <p:cxnSp>
          <p:nvCxnSpPr>
            <p:cNvPr id="10" name="Google Shape;10;p2"/>
            <p:cNvCxnSpPr/>
            <p:nvPr/>
          </p:nvCxnSpPr>
          <p:spPr>
            <a:xfrm rot="10800000">
              <a:off x="150" y="4859025"/>
              <a:ext cx="869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305925" y="284400"/>
              <a:ext cx="0" cy="4859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294365" y="1434863"/>
            <a:ext cx="5141100" cy="155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85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6229900" y="2990350"/>
            <a:ext cx="2205600" cy="7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713225" y="2442663"/>
            <a:ext cx="3712800" cy="128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820375" y="789488"/>
            <a:ext cx="1335300" cy="12231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713225" y="3728513"/>
            <a:ext cx="2333400" cy="6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>
            <a:spLocks noGrp="1"/>
          </p:cNvSpPr>
          <p:nvPr>
            <p:ph type="pic" idx="3"/>
          </p:nvPr>
        </p:nvSpPr>
        <p:spPr>
          <a:xfrm>
            <a:off x="4827975" y="626500"/>
            <a:ext cx="3602700" cy="3890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19" name="Google Shape;19;p3"/>
          <p:cNvGrpSpPr/>
          <p:nvPr/>
        </p:nvGrpSpPr>
        <p:grpSpPr>
          <a:xfrm flipH="1">
            <a:off x="0" y="0"/>
            <a:ext cx="8699100" cy="4859100"/>
            <a:chOff x="444900" y="0"/>
            <a:chExt cx="8699100" cy="4859100"/>
          </a:xfrm>
        </p:grpSpPr>
        <p:cxnSp>
          <p:nvCxnSpPr>
            <p:cNvPr id="20" name="Google Shape;20;p3"/>
            <p:cNvCxnSpPr/>
            <p:nvPr/>
          </p:nvCxnSpPr>
          <p:spPr>
            <a:xfrm>
              <a:off x="444900" y="284475"/>
              <a:ext cx="869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3"/>
            <p:cNvCxnSpPr/>
            <p:nvPr/>
          </p:nvCxnSpPr>
          <p:spPr>
            <a:xfrm rot="10800000">
              <a:off x="8838225" y="0"/>
              <a:ext cx="0" cy="4859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cxnSp>
        <p:nvCxnSpPr>
          <p:cNvPr id="25" name="Google Shape;25;p4"/>
          <p:cNvCxnSpPr/>
          <p:nvPr/>
        </p:nvCxnSpPr>
        <p:spPr>
          <a:xfrm>
            <a:off x="444900" y="284475"/>
            <a:ext cx="869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 idx="2"/>
          </p:nvPr>
        </p:nvSpPr>
        <p:spPr>
          <a:xfrm>
            <a:off x="948600" y="2005850"/>
            <a:ext cx="3522300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 idx="3"/>
          </p:nvPr>
        </p:nvSpPr>
        <p:spPr>
          <a:xfrm>
            <a:off x="4673097" y="2005850"/>
            <a:ext cx="3522300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948600" y="2429575"/>
            <a:ext cx="3522300" cy="15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⎼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4673100" y="2429575"/>
            <a:ext cx="3522300" cy="15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⎼"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9pPr>
          </a:lstStyle>
          <a:p>
            <a:endParaRPr/>
          </a:p>
        </p:txBody>
      </p:sp>
      <p:grpSp>
        <p:nvGrpSpPr>
          <p:cNvPr id="32" name="Google Shape;32;p5"/>
          <p:cNvGrpSpPr/>
          <p:nvPr/>
        </p:nvGrpSpPr>
        <p:grpSpPr>
          <a:xfrm>
            <a:off x="305775" y="0"/>
            <a:ext cx="8532450" cy="5143500"/>
            <a:chOff x="305775" y="0"/>
            <a:chExt cx="8532450" cy="5143500"/>
          </a:xfrm>
        </p:grpSpPr>
        <p:cxnSp>
          <p:nvCxnSpPr>
            <p:cNvPr id="33" name="Google Shape;33;p5"/>
            <p:cNvCxnSpPr/>
            <p:nvPr/>
          </p:nvCxnSpPr>
          <p:spPr>
            <a:xfrm>
              <a:off x="8838225" y="284400"/>
              <a:ext cx="0" cy="4859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5"/>
            <p:cNvCxnSpPr/>
            <p:nvPr/>
          </p:nvCxnSpPr>
          <p:spPr>
            <a:xfrm rot="10800000">
              <a:off x="305775" y="0"/>
              <a:ext cx="0" cy="4859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6"/>
          <p:cNvCxnSpPr/>
          <p:nvPr/>
        </p:nvCxnSpPr>
        <p:spPr>
          <a:xfrm>
            <a:off x="444900" y="284475"/>
            <a:ext cx="869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4021925" y="1385988"/>
            <a:ext cx="4408800" cy="13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ubTitle" idx="1"/>
          </p:nvPr>
        </p:nvSpPr>
        <p:spPr>
          <a:xfrm>
            <a:off x="4021925" y="2708625"/>
            <a:ext cx="4408800" cy="10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cxnSp>
        <p:nvCxnSpPr>
          <p:cNvPr id="41" name="Google Shape;41;p7"/>
          <p:cNvCxnSpPr/>
          <p:nvPr/>
        </p:nvCxnSpPr>
        <p:spPr>
          <a:xfrm rot="10800000">
            <a:off x="150" y="4859025"/>
            <a:ext cx="869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4181700" cy="205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4" name="Google Shape;44;p8"/>
          <p:cNvGrpSpPr/>
          <p:nvPr/>
        </p:nvGrpSpPr>
        <p:grpSpPr>
          <a:xfrm rot="10800000" flipH="1">
            <a:off x="444900" y="284400"/>
            <a:ext cx="8699100" cy="4859100"/>
            <a:chOff x="444900" y="0"/>
            <a:chExt cx="8699100" cy="4859100"/>
          </a:xfrm>
        </p:grpSpPr>
        <p:cxnSp>
          <p:nvCxnSpPr>
            <p:cNvPr id="45" name="Google Shape;45;p8"/>
            <p:cNvCxnSpPr/>
            <p:nvPr/>
          </p:nvCxnSpPr>
          <p:spPr>
            <a:xfrm>
              <a:off x="444900" y="284475"/>
              <a:ext cx="869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46;p8"/>
            <p:cNvCxnSpPr/>
            <p:nvPr/>
          </p:nvCxnSpPr>
          <p:spPr>
            <a:xfrm rot="10800000">
              <a:off x="8838225" y="0"/>
              <a:ext cx="0" cy="4859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body" idx="1"/>
          </p:nvPr>
        </p:nvSpPr>
        <p:spPr>
          <a:xfrm>
            <a:off x="720000" y="1570575"/>
            <a:ext cx="4047000" cy="21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-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444900" y="284475"/>
            <a:ext cx="869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720000" y="2269200"/>
            <a:ext cx="7704000" cy="60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nit"/>
              <a:buNone/>
              <a:defRPr sz="22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713225" y="858150"/>
            <a:ext cx="3858900" cy="10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subTitle" idx="1"/>
          </p:nvPr>
        </p:nvSpPr>
        <p:spPr>
          <a:xfrm>
            <a:off x="713225" y="1868200"/>
            <a:ext cx="25677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grpSp>
        <p:nvGrpSpPr>
          <p:cNvPr id="57" name="Google Shape;57;p11"/>
          <p:cNvGrpSpPr/>
          <p:nvPr/>
        </p:nvGrpSpPr>
        <p:grpSpPr>
          <a:xfrm rot="10800000" flipH="1">
            <a:off x="444900" y="284400"/>
            <a:ext cx="8699100" cy="4859100"/>
            <a:chOff x="444900" y="0"/>
            <a:chExt cx="8699100" cy="4859100"/>
          </a:xfrm>
        </p:grpSpPr>
        <p:cxnSp>
          <p:nvCxnSpPr>
            <p:cNvPr id="58" name="Google Shape;58;p11"/>
            <p:cNvCxnSpPr/>
            <p:nvPr/>
          </p:nvCxnSpPr>
          <p:spPr>
            <a:xfrm>
              <a:off x="444900" y="284475"/>
              <a:ext cx="869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11"/>
            <p:cNvCxnSpPr/>
            <p:nvPr/>
          </p:nvCxnSpPr>
          <p:spPr>
            <a:xfrm rot="10800000">
              <a:off x="8838225" y="0"/>
              <a:ext cx="0" cy="4859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2"/>
          </p:nvPr>
        </p:nvSpPr>
        <p:spPr>
          <a:xfrm>
            <a:off x="2096225" y="1497950"/>
            <a:ext cx="21756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3"/>
          </p:nvPr>
        </p:nvSpPr>
        <p:spPr>
          <a:xfrm>
            <a:off x="5839950" y="1497950"/>
            <a:ext cx="21756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2096226" y="2197546"/>
            <a:ext cx="217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4"/>
          </p:nvPr>
        </p:nvSpPr>
        <p:spPr>
          <a:xfrm>
            <a:off x="5839952" y="2197547"/>
            <a:ext cx="217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5"/>
          </p:nvPr>
        </p:nvSpPr>
        <p:spPr>
          <a:xfrm>
            <a:off x="2096225" y="3029454"/>
            <a:ext cx="21756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6"/>
          </p:nvPr>
        </p:nvSpPr>
        <p:spPr>
          <a:xfrm>
            <a:off x="5839950" y="3029456"/>
            <a:ext cx="21756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7"/>
          </p:nvPr>
        </p:nvSpPr>
        <p:spPr>
          <a:xfrm>
            <a:off x="2096251" y="3729051"/>
            <a:ext cx="217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8"/>
          </p:nvPr>
        </p:nvSpPr>
        <p:spPr>
          <a:xfrm>
            <a:off x="5839956" y="3729053"/>
            <a:ext cx="217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9" hasCustomPrompt="1"/>
          </p:nvPr>
        </p:nvSpPr>
        <p:spPr>
          <a:xfrm>
            <a:off x="1128410" y="1744970"/>
            <a:ext cx="775800" cy="775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13" hasCustomPrompt="1"/>
          </p:nvPr>
        </p:nvSpPr>
        <p:spPr>
          <a:xfrm>
            <a:off x="1128410" y="3277695"/>
            <a:ext cx="775800" cy="775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4" hasCustomPrompt="1"/>
          </p:nvPr>
        </p:nvSpPr>
        <p:spPr>
          <a:xfrm>
            <a:off x="4872260" y="1744970"/>
            <a:ext cx="775800" cy="775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15" hasCustomPrompt="1"/>
          </p:nvPr>
        </p:nvSpPr>
        <p:spPr>
          <a:xfrm>
            <a:off x="4872260" y="3277695"/>
            <a:ext cx="775800" cy="775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75" name="Google Shape;75;p13"/>
          <p:cNvGrpSpPr/>
          <p:nvPr/>
        </p:nvGrpSpPr>
        <p:grpSpPr>
          <a:xfrm rot="10800000" flipH="1">
            <a:off x="444900" y="284400"/>
            <a:ext cx="8699100" cy="4859100"/>
            <a:chOff x="444900" y="0"/>
            <a:chExt cx="8699100" cy="4859100"/>
          </a:xfrm>
        </p:grpSpPr>
        <p:cxnSp>
          <p:nvCxnSpPr>
            <p:cNvPr id="76" name="Google Shape;76;p13"/>
            <p:cNvCxnSpPr/>
            <p:nvPr/>
          </p:nvCxnSpPr>
          <p:spPr>
            <a:xfrm>
              <a:off x="444900" y="284475"/>
              <a:ext cx="869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" name="Google Shape;77;p13"/>
            <p:cNvCxnSpPr/>
            <p:nvPr/>
          </p:nvCxnSpPr>
          <p:spPr>
            <a:xfrm rot="10800000">
              <a:off x="8838225" y="0"/>
              <a:ext cx="0" cy="4859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4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 hasCustomPrompt="1"/>
          </p:nvPr>
        </p:nvSpPr>
        <p:spPr>
          <a:xfrm>
            <a:off x="1023875" y="1037924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1023875" y="1863703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title" idx="2" hasCustomPrompt="1"/>
          </p:nvPr>
        </p:nvSpPr>
        <p:spPr>
          <a:xfrm>
            <a:off x="4743925" y="1037924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3"/>
          </p:nvPr>
        </p:nvSpPr>
        <p:spPr>
          <a:xfrm>
            <a:off x="4743925" y="1863703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title" idx="4" hasCustomPrompt="1"/>
          </p:nvPr>
        </p:nvSpPr>
        <p:spPr>
          <a:xfrm>
            <a:off x="4743925" y="2856499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subTitle" idx="5"/>
          </p:nvPr>
        </p:nvSpPr>
        <p:spPr>
          <a:xfrm>
            <a:off x="4743925" y="3682278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title" idx="6" hasCustomPrompt="1"/>
          </p:nvPr>
        </p:nvSpPr>
        <p:spPr>
          <a:xfrm>
            <a:off x="1023875" y="2856499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86" name="Google Shape;86;p14"/>
          <p:cNvSpPr txBox="1">
            <a:spLocks noGrp="1"/>
          </p:cNvSpPr>
          <p:nvPr>
            <p:ph type="subTitle" idx="7"/>
          </p:nvPr>
        </p:nvSpPr>
        <p:spPr>
          <a:xfrm>
            <a:off x="1023875" y="3682278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grpSp>
        <p:nvGrpSpPr>
          <p:cNvPr id="87" name="Google Shape;87;p14"/>
          <p:cNvGrpSpPr/>
          <p:nvPr/>
        </p:nvGrpSpPr>
        <p:grpSpPr>
          <a:xfrm flipH="1">
            <a:off x="0" y="0"/>
            <a:ext cx="8699100" cy="4859100"/>
            <a:chOff x="444900" y="0"/>
            <a:chExt cx="8699100" cy="4859100"/>
          </a:xfrm>
        </p:grpSpPr>
        <p:cxnSp>
          <p:nvCxnSpPr>
            <p:cNvPr id="88" name="Google Shape;88;p14"/>
            <p:cNvCxnSpPr/>
            <p:nvPr/>
          </p:nvCxnSpPr>
          <p:spPr>
            <a:xfrm>
              <a:off x="444900" y="284475"/>
              <a:ext cx="869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" name="Google Shape;89;p14"/>
            <p:cNvCxnSpPr/>
            <p:nvPr/>
          </p:nvCxnSpPr>
          <p:spPr>
            <a:xfrm rot="10800000">
              <a:off x="8838225" y="0"/>
              <a:ext cx="0" cy="4859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719929" y="2524175"/>
            <a:ext cx="2990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title" idx="2"/>
          </p:nvPr>
        </p:nvSpPr>
        <p:spPr>
          <a:xfrm>
            <a:off x="719925" y="1330300"/>
            <a:ext cx="2990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719925" y="4004764"/>
            <a:ext cx="2990400" cy="58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3"/>
          </p:nvPr>
        </p:nvSpPr>
        <p:spPr>
          <a:xfrm>
            <a:off x="719925" y="1617027"/>
            <a:ext cx="2990400" cy="58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title" idx="4"/>
          </p:nvPr>
        </p:nvSpPr>
        <p:spPr>
          <a:xfrm>
            <a:off x="719927" y="3718038"/>
            <a:ext cx="2990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5"/>
          </p:nvPr>
        </p:nvSpPr>
        <p:spPr>
          <a:xfrm>
            <a:off x="719925" y="2810901"/>
            <a:ext cx="2990400" cy="58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cxnSp>
        <p:nvCxnSpPr>
          <p:cNvPr id="98" name="Google Shape;98;p15"/>
          <p:cNvCxnSpPr/>
          <p:nvPr/>
        </p:nvCxnSpPr>
        <p:spPr>
          <a:xfrm>
            <a:off x="444900" y="284475"/>
            <a:ext cx="869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6019500" y="1399650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title" idx="2"/>
          </p:nvPr>
        </p:nvSpPr>
        <p:spPr>
          <a:xfrm>
            <a:off x="3369748" y="1399650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subTitle" idx="1"/>
          </p:nvPr>
        </p:nvSpPr>
        <p:spPr>
          <a:xfrm>
            <a:off x="720000" y="2140938"/>
            <a:ext cx="2404500" cy="73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ubTitle" idx="3"/>
          </p:nvPr>
        </p:nvSpPr>
        <p:spPr>
          <a:xfrm>
            <a:off x="3369750" y="2140938"/>
            <a:ext cx="2404500" cy="73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title" idx="4"/>
          </p:nvPr>
        </p:nvSpPr>
        <p:spPr>
          <a:xfrm>
            <a:off x="720001" y="1399650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ubTitle" idx="5"/>
          </p:nvPr>
        </p:nvSpPr>
        <p:spPr>
          <a:xfrm>
            <a:off x="6019500" y="2140938"/>
            <a:ext cx="2404500" cy="73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cxnSp>
        <p:nvCxnSpPr>
          <p:cNvPr id="107" name="Google Shape;107;p16"/>
          <p:cNvCxnSpPr/>
          <p:nvPr/>
        </p:nvCxnSpPr>
        <p:spPr>
          <a:xfrm rot="10800000">
            <a:off x="150" y="4859025"/>
            <a:ext cx="869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 ">
  <p:cSld name="CUSTOM_6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subTitle" idx="1"/>
          </p:nvPr>
        </p:nvSpPr>
        <p:spPr>
          <a:xfrm>
            <a:off x="720000" y="2090400"/>
            <a:ext cx="2410500" cy="9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111" name="Google Shape;111;p17"/>
          <p:cNvGrpSpPr/>
          <p:nvPr/>
        </p:nvGrpSpPr>
        <p:grpSpPr>
          <a:xfrm>
            <a:off x="444900" y="0"/>
            <a:ext cx="8699100" cy="4859100"/>
            <a:chOff x="444900" y="0"/>
            <a:chExt cx="8699100" cy="4859100"/>
          </a:xfrm>
        </p:grpSpPr>
        <p:cxnSp>
          <p:nvCxnSpPr>
            <p:cNvPr id="112" name="Google Shape;112;p17"/>
            <p:cNvCxnSpPr/>
            <p:nvPr/>
          </p:nvCxnSpPr>
          <p:spPr>
            <a:xfrm>
              <a:off x="444900" y="284475"/>
              <a:ext cx="869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17"/>
            <p:cNvCxnSpPr/>
            <p:nvPr/>
          </p:nvCxnSpPr>
          <p:spPr>
            <a:xfrm rot="10800000">
              <a:off x="8838225" y="0"/>
              <a:ext cx="0" cy="4859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_AND_BODY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1"/>
          </p:nvPr>
        </p:nvSpPr>
        <p:spPr>
          <a:xfrm>
            <a:off x="720000" y="1203200"/>
            <a:ext cx="7704000" cy="12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cxnSp>
        <p:nvCxnSpPr>
          <p:cNvPr id="117" name="Google Shape;117;p18"/>
          <p:cNvCxnSpPr/>
          <p:nvPr/>
        </p:nvCxnSpPr>
        <p:spPr>
          <a:xfrm rot="10800000">
            <a:off x="150" y="4859025"/>
            <a:ext cx="869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120" name="Google Shape;120;p19"/>
          <p:cNvGrpSpPr/>
          <p:nvPr/>
        </p:nvGrpSpPr>
        <p:grpSpPr>
          <a:xfrm rot="10800000" flipH="1">
            <a:off x="444900" y="284400"/>
            <a:ext cx="8699100" cy="4859100"/>
            <a:chOff x="444900" y="0"/>
            <a:chExt cx="8699100" cy="4859100"/>
          </a:xfrm>
        </p:grpSpPr>
        <p:cxnSp>
          <p:nvCxnSpPr>
            <p:cNvPr id="121" name="Google Shape;121;p19"/>
            <p:cNvCxnSpPr/>
            <p:nvPr/>
          </p:nvCxnSpPr>
          <p:spPr>
            <a:xfrm>
              <a:off x="444900" y="284475"/>
              <a:ext cx="869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19"/>
            <p:cNvCxnSpPr/>
            <p:nvPr/>
          </p:nvCxnSpPr>
          <p:spPr>
            <a:xfrm rot="10800000">
              <a:off x="8838225" y="0"/>
              <a:ext cx="0" cy="4859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125" name="Google Shape;125;p20"/>
          <p:cNvGrpSpPr/>
          <p:nvPr/>
        </p:nvGrpSpPr>
        <p:grpSpPr>
          <a:xfrm flipH="1">
            <a:off x="0" y="0"/>
            <a:ext cx="8699100" cy="4859100"/>
            <a:chOff x="444900" y="0"/>
            <a:chExt cx="8699100" cy="4859100"/>
          </a:xfrm>
        </p:grpSpPr>
        <p:cxnSp>
          <p:nvCxnSpPr>
            <p:cNvPr id="126" name="Google Shape;126;p20"/>
            <p:cNvCxnSpPr/>
            <p:nvPr/>
          </p:nvCxnSpPr>
          <p:spPr>
            <a:xfrm>
              <a:off x="444900" y="284475"/>
              <a:ext cx="869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" name="Google Shape;127;p20"/>
            <p:cNvCxnSpPr/>
            <p:nvPr/>
          </p:nvCxnSpPr>
          <p:spPr>
            <a:xfrm rot="10800000">
              <a:off x="8838225" y="0"/>
              <a:ext cx="0" cy="4859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>
            <a:spLocks noGrp="1"/>
          </p:cNvSpPr>
          <p:nvPr>
            <p:ph type="ctrTitle"/>
          </p:nvPr>
        </p:nvSpPr>
        <p:spPr>
          <a:xfrm>
            <a:off x="5333525" y="691163"/>
            <a:ext cx="3097200" cy="94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subTitle" idx="1"/>
          </p:nvPr>
        </p:nvSpPr>
        <p:spPr>
          <a:xfrm>
            <a:off x="5333525" y="1509434"/>
            <a:ext cx="3097200" cy="10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31" name="Google Shape;131;p21"/>
          <p:cNvGrpSpPr/>
          <p:nvPr/>
        </p:nvGrpSpPr>
        <p:grpSpPr>
          <a:xfrm>
            <a:off x="150" y="284400"/>
            <a:ext cx="8699100" cy="4859100"/>
            <a:chOff x="150" y="284400"/>
            <a:chExt cx="8699100" cy="4859100"/>
          </a:xfrm>
        </p:grpSpPr>
        <p:cxnSp>
          <p:nvCxnSpPr>
            <p:cNvPr id="132" name="Google Shape;132;p21"/>
            <p:cNvCxnSpPr/>
            <p:nvPr/>
          </p:nvCxnSpPr>
          <p:spPr>
            <a:xfrm rot="10800000">
              <a:off x="150" y="4859025"/>
              <a:ext cx="869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" name="Google Shape;133;p21"/>
            <p:cNvCxnSpPr/>
            <p:nvPr/>
          </p:nvCxnSpPr>
          <p:spPr>
            <a:xfrm>
              <a:off x="305925" y="284400"/>
              <a:ext cx="0" cy="4859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4" name="Google Shape;134;p21"/>
          <p:cNvSpPr txBox="1"/>
          <p:nvPr/>
        </p:nvSpPr>
        <p:spPr>
          <a:xfrm>
            <a:off x="5333525" y="3461062"/>
            <a:ext cx="3097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infographics &amp; images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illustrations by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Storyset</a:t>
            </a:r>
            <a:endParaRPr sz="1000"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2"/>
          <p:cNvGrpSpPr/>
          <p:nvPr/>
        </p:nvGrpSpPr>
        <p:grpSpPr>
          <a:xfrm rot="10800000" flipH="1">
            <a:off x="444900" y="284400"/>
            <a:ext cx="8699100" cy="4859100"/>
            <a:chOff x="444900" y="0"/>
            <a:chExt cx="8699100" cy="4859100"/>
          </a:xfrm>
        </p:grpSpPr>
        <p:cxnSp>
          <p:nvCxnSpPr>
            <p:cNvPr id="137" name="Google Shape;137;p22"/>
            <p:cNvCxnSpPr/>
            <p:nvPr/>
          </p:nvCxnSpPr>
          <p:spPr>
            <a:xfrm>
              <a:off x="444900" y="284475"/>
              <a:ext cx="869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" name="Google Shape;138;p22"/>
            <p:cNvCxnSpPr/>
            <p:nvPr/>
          </p:nvCxnSpPr>
          <p:spPr>
            <a:xfrm rot="10800000">
              <a:off x="8838225" y="0"/>
              <a:ext cx="0" cy="4859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23"/>
          <p:cNvGrpSpPr/>
          <p:nvPr/>
        </p:nvGrpSpPr>
        <p:grpSpPr>
          <a:xfrm flipH="1">
            <a:off x="0" y="0"/>
            <a:ext cx="8699100" cy="4859100"/>
            <a:chOff x="444900" y="0"/>
            <a:chExt cx="8699100" cy="4859100"/>
          </a:xfrm>
        </p:grpSpPr>
        <p:cxnSp>
          <p:nvCxnSpPr>
            <p:cNvPr id="141" name="Google Shape;141;p23"/>
            <p:cNvCxnSpPr/>
            <p:nvPr/>
          </p:nvCxnSpPr>
          <p:spPr>
            <a:xfrm>
              <a:off x="444900" y="284475"/>
              <a:ext cx="869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Google Shape;142;p23"/>
            <p:cNvCxnSpPr/>
            <p:nvPr/>
          </p:nvCxnSpPr>
          <p:spPr>
            <a:xfrm rot="10800000">
              <a:off x="8838225" y="0"/>
              <a:ext cx="0" cy="4859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Kanit"/>
              <a:buNone/>
              <a:defRPr sz="32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Kanit"/>
              <a:buNone/>
              <a:defRPr sz="32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Kanit"/>
              <a:buNone/>
              <a:defRPr sz="32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Kanit"/>
              <a:buNone/>
              <a:defRPr sz="32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Kanit"/>
              <a:buNone/>
              <a:defRPr sz="32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Kanit"/>
              <a:buNone/>
              <a:defRPr sz="32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Kanit"/>
              <a:buNone/>
              <a:defRPr sz="32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Kanit"/>
              <a:buNone/>
              <a:defRPr sz="32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Kanit"/>
              <a:buNone/>
              <a:defRPr sz="32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>
            <a:spLocks noGrp="1"/>
          </p:cNvSpPr>
          <p:nvPr>
            <p:ph type="ctrTitle"/>
          </p:nvPr>
        </p:nvSpPr>
        <p:spPr>
          <a:xfrm>
            <a:off x="3149525" y="1276852"/>
            <a:ext cx="5286000" cy="171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Projeto CRUD - </a:t>
            </a:r>
            <a:r>
              <a:rPr lang="en">
                <a:solidFill>
                  <a:schemeClr val="accent3"/>
                </a:solidFill>
              </a:rPr>
              <a:t>Professor Gilmar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48" name="Google Shape;148;p24"/>
          <p:cNvSpPr txBox="1">
            <a:spLocks noGrp="1"/>
          </p:cNvSpPr>
          <p:nvPr>
            <p:ph type="subTitle" idx="1"/>
          </p:nvPr>
        </p:nvSpPr>
        <p:spPr>
          <a:xfrm>
            <a:off x="6229900" y="2990350"/>
            <a:ext cx="2205600" cy="7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 Almeida</a:t>
            </a:r>
            <a:br>
              <a:rPr lang="en"/>
            </a:br>
            <a:r>
              <a:rPr lang="en"/>
              <a:t>Adrielle Stollemberger</a:t>
            </a:r>
            <a:endParaRPr/>
          </a:p>
        </p:txBody>
      </p:sp>
      <p:grpSp>
        <p:nvGrpSpPr>
          <p:cNvPr id="149" name="Google Shape;149;p24"/>
          <p:cNvGrpSpPr/>
          <p:nvPr/>
        </p:nvGrpSpPr>
        <p:grpSpPr>
          <a:xfrm>
            <a:off x="598305" y="2596706"/>
            <a:ext cx="3608143" cy="2256559"/>
            <a:chOff x="598333" y="2467831"/>
            <a:chExt cx="3823805" cy="2391436"/>
          </a:xfrm>
        </p:grpSpPr>
        <p:grpSp>
          <p:nvGrpSpPr>
            <p:cNvPr id="150" name="Google Shape;150;p24"/>
            <p:cNvGrpSpPr/>
            <p:nvPr/>
          </p:nvGrpSpPr>
          <p:grpSpPr>
            <a:xfrm>
              <a:off x="598333" y="2467831"/>
              <a:ext cx="3823805" cy="2391436"/>
              <a:chOff x="650646" y="2251102"/>
              <a:chExt cx="4112503" cy="2571990"/>
            </a:xfrm>
          </p:grpSpPr>
          <p:sp>
            <p:nvSpPr>
              <p:cNvPr id="151" name="Google Shape;151;p24"/>
              <p:cNvSpPr/>
              <p:nvPr/>
            </p:nvSpPr>
            <p:spPr>
              <a:xfrm>
                <a:off x="650646" y="3171676"/>
                <a:ext cx="1423131" cy="1649964"/>
              </a:xfrm>
              <a:custGeom>
                <a:avLst/>
                <a:gdLst/>
                <a:ahLst/>
                <a:cxnLst/>
                <a:rect l="l" t="t" r="r" b="b"/>
                <a:pathLst>
                  <a:path w="10135" h="11750" extrusionOk="0">
                    <a:moveTo>
                      <a:pt x="535" y="0"/>
                    </a:moveTo>
                    <a:lnTo>
                      <a:pt x="0" y="11749"/>
                    </a:lnTo>
                    <a:lnTo>
                      <a:pt x="10134" y="11749"/>
                    </a:lnTo>
                    <a:lnTo>
                      <a:pt x="81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4"/>
              <p:cNvSpPr/>
              <p:nvPr/>
            </p:nvSpPr>
            <p:spPr>
              <a:xfrm>
                <a:off x="650646" y="3171676"/>
                <a:ext cx="195461" cy="1649964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11750" extrusionOk="0">
                    <a:moveTo>
                      <a:pt x="535" y="0"/>
                    </a:moveTo>
                    <a:lnTo>
                      <a:pt x="0" y="11749"/>
                    </a:lnTo>
                    <a:lnTo>
                      <a:pt x="892" y="11749"/>
                    </a:lnTo>
                    <a:lnTo>
                      <a:pt x="139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4"/>
              <p:cNvSpPr/>
              <p:nvPr/>
            </p:nvSpPr>
            <p:spPr>
              <a:xfrm>
                <a:off x="1870853" y="3197373"/>
                <a:ext cx="1477473" cy="1446492"/>
              </a:xfrm>
              <a:custGeom>
                <a:avLst/>
                <a:gdLst/>
                <a:ahLst/>
                <a:cxnLst/>
                <a:rect l="l" t="t" r="r" b="b"/>
                <a:pathLst>
                  <a:path w="10522" h="10301" extrusionOk="0">
                    <a:moveTo>
                      <a:pt x="514" y="1"/>
                    </a:moveTo>
                    <a:cubicBezTo>
                      <a:pt x="161" y="1"/>
                      <a:pt x="1" y="437"/>
                      <a:pt x="213" y="1361"/>
                    </a:cubicBezTo>
                    <a:cubicBezTo>
                      <a:pt x="873" y="4242"/>
                      <a:pt x="2247" y="7703"/>
                      <a:pt x="2836" y="8265"/>
                    </a:cubicBezTo>
                    <a:cubicBezTo>
                      <a:pt x="3576" y="8970"/>
                      <a:pt x="8465" y="10273"/>
                      <a:pt x="8715" y="10299"/>
                    </a:cubicBezTo>
                    <a:cubicBezTo>
                      <a:pt x="8719" y="10300"/>
                      <a:pt x="8724" y="10300"/>
                      <a:pt x="8728" y="10300"/>
                    </a:cubicBezTo>
                    <a:cubicBezTo>
                      <a:pt x="9330" y="10300"/>
                      <a:pt x="10521" y="6008"/>
                      <a:pt x="9884" y="5910"/>
                    </a:cubicBezTo>
                    <a:cubicBezTo>
                      <a:pt x="8902" y="5776"/>
                      <a:pt x="5343" y="5580"/>
                      <a:pt x="5129" y="5357"/>
                    </a:cubicBezTo>
                    <a:cubicBezTo>
                      <a:pt x="4915" y="5143"/>
                      <a:pt x="3398" y="3234"/>
                      <a:pt x="1855" y="1093"/>
                    </a:cubicBezTo>
                    <a:cubicBezTo>
                      <a:pt x="1338" y="379"/>
                      <a:pt x="843" y="1"/>
                      <a:pt x="514" y="1"/>
                    </a:cubicBezTo>
                    <a:close/>
                  </a:path>
                </a:pathLst>
              </a:custGeom>
              <a:solidFill>
                <a:srgbClr val="7B40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4"/>
              <p:cNvSpPr/>
              <p:nvPr/>
            </p:nvSpPr>
            <p:spPr>
              <a:xfrm>
                <a:off x="3025626" y="4018532"/>
                <a:ext cx="1162657" cy="730197"/>
              </a:xfrm>
              <a:custGeom>
                <a:avLst/>
                <a:gdLst/>
                <a:ahLst/>
                <a:cxnLst/>
                <a:rect l="l" t="t" r="r" b="b"/>
                <a:pathLst>
                  <a:path w="8280" h="5200" extrusionOk="0">
                    <a:moveTo>
                      <a:pt x="1645" y="1"/>
                    </a:moveTo>
                    <a:cubicBezTo>
                      <a:pt x="1345" y="1"/>
                      <a:pt x="1169" y="9"/>
                      <a:pt x="1169" y="9"/>
                    </a:cubicBezTo>
                    <a:cubicBezTo>
                      <a:pt x="348" y="669"/>
                      <a:pt x="0" y="4219"/>
                      <a:pt x="0" y="4219"/>
                    </a:cubicBezTo>
                    <a:cubicBezTo>
                      <a:pt x="81" y="4255"/>
                      <a:pt x="1098" y="4773"/>
                      <a:pt x="1731" y="4951"/>
                    </a:cubicBezTo>
                    <a:cubicBezTo>
                      <a:pt x="2022" y="5033"/>
                      <a:pt x="2650" y="5200"/>
                      <a:pt x="3138" y="5200"/>
                    </a:cubicBezTo>
                    <a:cubicBezTo>
                      <a:pt x="3444" y="5200"/>
                      <a:pt x="3695" y="5134"/>
                      <a:pt x="3774" y="4942"/>
                    </a:cubicBezTo>
                    <a:cubicBezTo>
                      <a:pt x="3917" y="4594"/>
                      <a:pt x="3132" y="4291"/>
                      <a:pt x="2587" y="4068"/>
                    </a:cubicBezTo>
                    <a:cubicBezTo>
                      <a:pt x="2302" y="3943"/>
                      <a:pt x="1945" y="3640"/>
                      <a:pt x="2025" y="3461"/>
                    </a:cubicBezTo>
                    <a:cubicBezTo>
                      <a:pt x="2070" y="3363"/>
                      <a:pt x="2167" y="3323"/>
                      <a:pt x="2295" y="3323"/>
                    </a:cubicBezTo>
                    <a:cubicBezTo>
                      <a:pt x="2595" y="3323"/>
                      <a:pt x="3063" y="3546"/>
                      <a:pt x="3408" y="3747"/>
                    </a:cubicBezTo>
                    <a:cubicBezTo>
                      <a:pt x="4170" y="4189"/>
                      <a:pt x="5145" y="4928"/>
                      <a:pt x="5795" y="4928"/>
                    </a:cubicBezTo>
                    <a:cubicBezTo>
                      <a:pt x="5943" y="4928"/>
                      <a:pt x="6075" y="4889"/>
                      <a:pt x="6183" y="4799"/>
                    </a:cubicBezTo>
                    <a:cubicBezTo>
                      <a:pt x="6397" y="4612"/>
                      <a:pt x="6147" y="4282"/>
                      <a:pt x="5772" y="3961"/>
                    </a:cubicBezTo>
                    <a:lnTo>
                      <a:pt x="5772" y="3961"/>
                    </a:lnTo>
                    <a:cubicBezTo>
                      <a:pt x="6254" y="4258"/>
                      <a:pt x="6758" y="4516"/>
                      <a:pt x="7070" y="4516"/>
                    </a:cubicBezTo>
                    <a:cubicBezTo>
                      <a:pt x="7151" y="4516"/>
                      <a:pt x="7219" y="4499"/>
                      <a:pt x="7271" y="4460"/>
                    </a:cubicBezTo>
                    <a:cubicBezTo>
                      <a:pt x="7414" y="4344"/>
                      <a:pt x="7414" y="4202"/>
                      <a:pt x="7333" y="4023"/>
                    </a:cubicBezTo>
                    <a:lnTo>
                      <a:pt x="7333" y="4023"/>
                    </a:lnTo>
                    <a:cubicBezTo>
                      <a:pt x="7406" y="4047"/>
                      <a:pt x="7477" y="4061"/>
                      <a:pt x="7542" y="4061"/>
                    </a:cubicBezTo>
                    <a:cubicBezTo>
                      <a:pt x="7643" y="4061"/>
                      <a:pt x="7732" y="4028"/>
                      <a:pt x="7797" y="3952"/>
                    </a:cubicBezTo>
                    <a:cubicBezTo>
                      <a:pt x="7994" y="3747"/>
                      <a:pt x="7904" y="3443"/>
                      <a:pt x="7690" y="3140"/>
                    </a:cubicBezTo>
                    <a:cubicBezTo>
                      <a:pt x="7762" y="3131"/>
                      <a:pt x="7824" y="3086"/>
                      <a:pt x="7869" y="3024"/>
                    </a:cubicBezTo>
                    <a:cubicBezTo>
                      <a:pt x="8279" y="2391"/>
                      <a:pt x="6209" y="580"/>
                      <a:pt x="5496" y="410"/>
                    </a:cubicBezTo>
                    <a:cubicBezTo>
                      <a:pt x="3978" y="51"/>
                      <a:pt x="2409" y="1"/>
                      <a:pt x="1645" y="1"/>
                    </a:cubicBezTo>
                    <a:close/>
                  </a:path>
                </a:pathLst>
              </a:custGeom>
              <a:solidFill>
                <a:srgbClr val="7B40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4"/>
              <p:cNvSpPr/>
              <p:nvPr/>
            </p:nvSpPr>
            <p:spPr>
              <a:xfrm>
                <a:off x="3460210" y="4339104"/>
                <a:ext cx="386008" cy="244054"/>
              </a:xfrm>
              <a:custGeom>
                <a:avLst/>
                <a:gdLst/>
                <a:ahLst/>
                <a:cxnLst/>
                <a:rect l="l" t="t" r="r" b="b"/>
                <a:pathLst>
                  <a:path w="2749" h="1738" extrusionOk="0">
                    <a:moveTo>
                      <a:pt x="1" y="1"/>
                    </a:moveTo>
                    <a:cubicBezTo>
                      <a:pt x="1" y="1"/>
                      <a:pt x="1" y="9"/>
                      <a:pt x="1" y="9"/>
                    </a:cubicBezTo>
                    <a:cubicBezTo>
                      <a:pt x="509" y="108"/>
                      <a:pt x="991" y="313"/>
                      <a:pt x="1402" y="625"/>
                    </a:cubicBezTo>
                    <a:cubicBezTo>
                      <a:pt x="1633" y="795"/>
                      <a:pt x="2517" y="1535"/>
                      <a:pt x="2731" y="1731"/>
                    </a:cubicBezTo>
                    <a:cubicBezTo>
                      <a:pt x="2731" y="1736"/>
                      <a:pt x="2733" y="1738"/>
                      <a:pt x="2735" y="1738"/>
                    </a:cubicBezTo>
                    <a:cubicBezTo>
                      <a:pt x="2737" y="1738"/>
                      <a:pt x="2740" y="1736"/>
                      <a:pt x="2740" y="1731"/>
                    </a:cubicBezTo>
                    <a:cubicBezTo>
                      <a:pt x="2749" y="1731"/>
                      <a:pt x="2749" y="1722"/>
                      <a:pt x="2740" y="1713"/>
                    </a:cubicBezTo>
                    <a:cubicBezTo>
                      <a:pt x="2294" y="1303"/>
                      <a:pt x="1937" y="893"/>
                      <a:pt x="1410" y="536"/>
                    </a:cubicBezTo>
                    <a:cubicBezTo>
                      <a:pt x="982" y="259"/>
                      <a:pt x="500" y="72"/>
                      <a:pt x="1" y="1"/>
                    </a:cubicBezTo>
                    <a:close/>
                  </a:path>
                </a:pathLst>
              </a:custGeom>
              <a:solidFill>
                <a:srgbClr val="1A2E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4"/>
              <p:cNvSpPr/>
              <p:nvPr/>
            </p:nvSpPr>
            <p:spPr>
              <a:xfrm>
                <a:off x="3514130" y="4212589"/>
                <a:ext cx="540748" cy="368749"/>
              </a:xfrm>
              <a:custGeom>
                <a:avLst/>
                <a:gdLst/>
                <a:ahLst/>
                <a:cxnLst/>
                <a:rect l="l" t="t" r="r" b="b"/>
                <a:pathLst>
                  <a:path w="3851" h="2626" extrusionOk="0">
                    <a:moveTo>
                      <a:pt x="9" y="1"/>
                    </a:moveTo>
                    <a:cubicBezTo>
                      <a:pt x="9" y="1"/>
                      <a:pt x="1" y="9"/>
                      <a:pt x="9" y="18"/>
                    </a:cubicBezTo>
                    <a:cubicBezTo>
                      <a:pt x="340" y="108"/>
                      <a:pt x="661" y="206"/>
                      <a:pt x="982" y="331"/>
                    </a:cubicBezTo>
                    <a:cubicBezTo>
                      <a:pt x="1535" y="545"/>
                      <a:pt x="2035" y="857"/>
                      <a:pt x="2472" y="1267"/>
                    </a:cubicBezTo>
                    <a:cubicBezTo>
                      <a:pt x="2936" y="1704"/>
                      <a:pt x="3382" y="2159"/>
                      <a:pt x="3828" y="2623"/>
                    </a:cubicBezTo>
                    <a:cubicBezTo>
                      <a:pt x="3829" y="2625"/>
                      <a:pt x="3831" y="2626"/>
                      <a:pt x="3833" y="2626"/>
                    </a:cubicBezTo>
                    <a:cubicBezTo>
                      <a:pt x="3842" y="2626"/>
                      <a:pt x="3851" y="2613"/>
                      <a:pt x="3837" y="2605"/>
                    </a:cubicBezTo>
                    <a:cubicBezTo>
                      <a:pt x="3596" y="2320"/>
                      <a:pt x="3337" y="2043"/>
                      <a:pt x="3078" y="1776"/>
                    </a:cubicBezTo>
                    <a:cubicBezTo>
                      <a:pt x="2650" y="1321"/>
                      <a:pt x="2204" y="857"/>
                      <a:pt x="1642" y="571"/>
                    </a:cubicBezTo>
                    <a:cubicBezTo>
                      <a:pt x="1133" y="304"/>
                      <a:pt x="563" y="152"/>
                      <a:pt x="9" y="1"/>
                    </a:cubicBezTo>
                    <a:close/>
                  </a:path>
                </a:pathLst>
              </a:custGeom>
              <a:solidFill>
                <a:srgbClr val="1A2E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4"/>
              <p:cNvSpPr/>
              <p:nvPr/>
            </p:nvSpPr>
            <p:spPr>
              <a:xfrm>
                <a:off x="3598098" y="4103625"/>
                <a:ext cx="509716" cy="356252"/>
              </a:xfrm>
              <a:custGeom>
                <a:avLst/>
                <a:gdLst/>
                <a:ahLst/>
                <a:cxnLst/>
                <a:rect l="l" t="t" r="r" b="b"/>
                <a:pathLst>
                  <a:path w="3630" h="2537" extrusionOk="0">
                    <a:moveTo>
                      <a:pt x="0" y="0"/>
                    </a:moveTo>
                    <a:cubicBezTo>
                      <a:pt x="357" y="81"/>
                      <a:pt x="714" y="179"/>
                      <a:pt x="1053" y="313"/>
                    </a:cubicBezTo>
                    <a:cubicBezTo>
                      <a:pt x="1383" y="464"/>
                      <a:pt x="1695" y="661"/>
                      <a:pt x="1963" y="910"/>
                    </a:cubicBezTo>
                    <a:cubicBezTo>
                      <a:pt x="2552" y="1419"/>
                      <a:pt x="3096" y="1954"/>
                      <a:pt x="3604" y="2534"/>
                    </a:cubicBezTo>
                    <a:cubicBezTo>
                      <a:pt x="3606" y="2536"/>
                      <a:pt x="3608" y="2536"/>
                      <a:pt x="3610" y="2536"/>
                    </a:cubicBezTo>
                    <a:cubicBezTo>
                      <a:pt x="3619" y="2536"/>
                      <a:pt x="3629" y="2523"/>
                      <a:pt x="3622" y="2516"/>
                    </a:cubicBezTo>
                    <a:cubicBezTo>
                      <a:pt x="3399" y="2257"/>
                      <a:pt x="3176" y="1999"/>
                      <a:pt x="2935" y="1740"/>
                    </a:cubicBezTo>
                    <a:cubicBezTo>
                      <a:pt x="2721" y="1517"/>
                      <a:pt x="2115" y="875"/>
                      <a:pt x="1490" y="491"/>
                    </a:cubicBezTo>
                    <a:cubicBezTo>
                      <a:pt x="1008" y="206"/>
                      <a:pt x="544" y="107"/>
                      <a:pt x="9" y="0"/>
                    </a:cubicBezTo>
                    <a:close/>
                  </a:path>
                </a:pathLst>
              </a:custGeom>
              <a:solidFill>
                <a:srgbClr val="1A2E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4"/>
              <p:cNvSpPr/>
              <p:nvPr/>
            </p:nvSpPr>
            <p:spPr>
              <a:xfrm>
                <a:off x="1868466" y="3187544"/>
                <a:ext cx="1273727" cy="1477526"/>
              </a:xfrm>
              <a:custGeom>
                <a:avLst/>
                <a:gdLst/>
                <a:ahLst/>
                <a:cxnLst/>
                <a:rect l="l" t="t" r="r" b="b"/>
                <a:pathLst>
                  <a:path w="9071" h="10522" extrusionOk="0">
                    <a:moveTo>
                      <a:pt x="594" y="0"/>
                    </a:moveTo>
                    <a:cubicBezTo>
                      <a:pt x="208" y="0"/>
                      <a:pt x="1" y="483"/>
                      <a:pt x="221" y="1591"/>
                    </a:cubicBezTo>
                    <a:cubicBezTo>
                      <a:pt x="623" y="3598"/>
                      <a:pt x="2005" y="7747"/>
                      <a:pt x="2746" y="8549"/>
                    </a:cubicBezTo>
                    <a:cubicBezTo>
                      <a:pt x="3486" y="9352"/>
                      <a:pt x="7563" y="10521"/>
                      <a:pt x="7563" y="10521"/>
                    </a:cubicBezTo>
                    <a:lnTo>
                      <a:pt x="9071" y="5748"/>
                    </a:lnTo>
                    <a:cubicBezTo>
                      <a:pt x="9071" y="5748"/>
                      <a:pt x="5280" y="5374"/>
                      <a:pt x="5155" y="5302"/>
                    </a:cubicBezTo>
                    <a:cubicBezTo>
                      <a:pt x="5030" y="5240"/>
                      <a:pt x="2701" y="2162"/>
                      <a:pt x="1765" y="895"/>
                    </a:cubicBezTo>
                    <a:cubicBezTo>
                      <a:pt x="1347" y="325"/>
                      <a:pt x="911" y="0"/>
                      <a:pt x="5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4"/>
              <p:cNvSpPr/>
              <p:nvPr/>
            </p:nvSpPr>
            <p:spPr>
              <a:xfrm>
                <a:off x="2790150" y="3991291"/>
                <a:ext cx="197989" cy="612242"/>
              </a:xfrm>
              <a:custGeom>
                <a:avLst/>
                <a:gdLst/>
                <a:ahLst/>
                <a:cxnLst/>
                <a:rect l="l" t="t" r="r" b="b"/>
                <a:pathLst>
                  <a:path w="1410" h="4360" extrusionOk="0">
                    <a:moveTo>
                      <a:pt x="1398" y="1"/>
                    </a:moveTo>
                    <a:cubicBezTo>
                      <a:pt x="1395" y="1"/>
                      <a:pt x="1392" y="3"/>
                      <a:pt x="1392" y="6"/>
                    </a:cubicBezTo>
                    <a:cubicBezTo>
                      <a:pt x="1187" y="560"/>
                      <a:pt x="981" y="1122"/>
                      <a:pt x="803" y="1693"/>
                    </a:cubicBezTo>
                    <a:cubicBezTo>
                      <a:pt x="625" y="2255"/>
                      <a:pt x="437" y="2817"/>
                      <a:pt x="268" y="3379"/>
                    </a:cubicBezTo>
                    <a:cubicBezTo>
                      <a:pt x="170" y="3700"/>
                      <a:pt x="80" y="4030"/>
                      <a:pt x="0" y="4351"/>
                    </a:cubicBezTo>
                    <a:cubicBezTo>
                      <a:pt x="9" y="4360"/>
                      <a:pt x="9" y="4360"/>
                      <a:pt x="9" y="4360"/>
                    </a:cubicBezTo>
                    <a:cubicBezTo>
                      <a:pt x="9" y="4360"/>
                      <a:pt x="18" y="4360"/>
                      <a:pt x="18" y="4351"/>
                    </a:cubicBezTo>
                    <a:cubicBezTo>
                      <a:pt x="241" y="3807"/>
                      <a:pt x="428" y="3245"/>
                      <a:pt x="616" y="2674"/>
                    </a:cubicBezTo>
                    <a:cubicBezTo>
                      <a:pt x="794" y="2112"/>
                      <a:pt x="981" y="1550"/>
                      <a:pt x="1142" y="988"/>
                    </a:cubicBezTo>
                    <a:cubicBezTo>
                      <a:pt x="1231" y="658"/>
                      <a:pt x="1320" y="337"/>
                      <a:pt x="1410" y="15"/>
                    </a:cubicBezTo>
                    <a:cubicBezTo>
                      <a:pt x="1410" y="5"/>
                      <a:pt x="1404" y="1"/>
                      <a:pt x="13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4"/>
              <p:cNvSpPr/>
              <p:nvPr/>
            </p:nvSpPr>
            <p:spPr>
              <a:xfrm>
                <a:off x="1882086" y="3187824"/>
                <a:ext cx="760361" cy="1384425"/>
              </a:xfrm>
              <a:custGeom>
                <a:avLst/>
                <a:gdLst/>
                <a:ahLst/>
                <a:cxnLst/>
                <a:rect l="l" t="t" r="r" b="b"/>
                <a:pathLst>
                  <a:path w="5415" h="9859" extrusionOk="0">
                    <a:moveTo>
                      <a:pt x="494" y="1"/>
                    </a:moveTo>
                    <a:cubicBezTo>
                      <a:pt x="190" y="1"/>
                      <a:pt x="0" y="296"/>
                      <a:pt x="44" y="956"/>
                    </a:cubicBezTo>
                    <a:cubicBezTo>
                      <a:pt x="62" y="1161"/>
                      <a:pt x="89" y="1348"/>
                      <a:pt x="115" y="1500"/>
                    </a:cubicBezTo>
                    <a:cubicBezTo>
                      <a:pt x="115" y="1536"/>
                      <a:pt x="124" y="1562"/>
                      <a:pt x="124" y="1589"/>
                    </a:cubicBezTo>
                    <a:cubicBezTo>
                      <a:pt x="535" y="3596"/>
                      <a:pt x="1908" y="7745"/>
                      <a:pt x="2649" y="8547"/>
                    </a:cubicBezTo>
                    <a:cubicBezTo>
                      <a:pt x="2667" y="8565"/>
                      <a:pt x="2676" y="8574"/>
                      <a:pt x="2694" y="8592"/>
                    </a:cubicBezTo>
                    <a:cubicBezTo>
                      <a:pt x="2702" y="8601"/>
                      <a:pt x="2720" y="8610"/>
                      <a:pt x="2729" y="8628"/>
                    </a:cubicBezTo>
                    <a:cubicBezTo>
                      <a:pt x="2890" y="8753"/>
                      <a:pt x="3059" y="8869"/>
                      <a:pt x="3238" y="8958"/>
                    </a:cubicBezTo>
                    <a:lnTo>
                      <a:pt x="3309" y="9002"/>
                    </a:lnTo>
                    <a:cubicBezTo>
                      <a:pt x="3461" y="9083"/>
                      <a:pt x="3630" y="9154"/>
                      <a:pt x="3809" y="9234"/>
                    </a:cubicBezTo>
                    <a:lnTo>
                      <a:pt x="3907" y="9279"/>
                    </a:lnTo>
                    <a:cubicBezTo>
                      <a:pt x="4317" y="9457"/>
                      <a:pt x="4781" y="9636"/>
                      <a:pt x="5236" y="9796"/>
                    </a:cubicBezTo>
                    <a:lnTo>
                      <a:pt x="5414" y="9859"/>
                    </a:lnTo>
                    <a:cubicBezTo>
                      <a:pt x="4612" y="8289"/>
                      <a:pt x="1801" y="2570"/>
                      <a:pt x="508" y="1"/>
                    </a:cubicBezTo>
                    <a:cubicBezTo>
                      <a:pt x="503" y="1"/>
                      <a:pt x="499" y="1"/>
                      <a:pt x="494" y="1"/>
                    </a:cubicBezTo>
                    <a:close/>
                  </a:path>
                </a:pathLst>
              </a:custGeom>
              <a:solidFill>
                <a:srgbClr val="1A2E3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4"/>
              <p:cNvSpPr/>
              <p:nvPr/>
            </p:nvSpPr>
            <p:spPr>
              <a:xfrm>
                <a:off x="963772" y="3128007"/>
                <a:ext cx="1463291" cy="1693636"/>
              </a:xfrm>
              <a:custGeom>
                <a:avLst/>
                <a:gdLst/>
                <a:ahLst/>
                <a:cxnLst/>
                <a:rect l="l" t="t" r="r" b="b"/>
                <a:pathLst>
                  <a:path w="10421" h="12061" extrusionOk="0">
                    <a:moveTo>
                      <a:pt x="6146" y="1"/>
                    </a:moveTo>
                    <a:cubicBezTo>
                      <a:pt x="5792" y="1"/>
                      <a:pt x="5441" y="85"/>
                      <a:pt x="5166" y="284"/>
                    </a:cubicBezTo>
                    <a:cubicBezTo>
                      <a:pt x="1686" y="2827"/>
                      <a:pt x="0" y="11855"/>
                      <a:pt x="116" y="12060"/>
                    </a:cubicBezTo>
                    <a:lnTo>
                      <a:pt x="10420" y="12060"/>
                    </a:lnTo>
                    <a:cubicBezTo>
                      <a:pt x="10420" y="12060"/>
                      <a:pt x="9599" y="3389"/>
                      <a:pt x="7690" y="632"/>
                    </a:cubicBezTo>
                    <a:cubicBezTo>
                      <a:pt x="7443" y="276"/>
                      <a:pt x="6788" y="1"/>
                      <a:pt x="61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4"/>
              <p:cNvSpPr/>
              <p:nvPr/>
            </p:nvSpPr>
            <p:spPr>
              <a:xfrm>
                <a:off x="2192543" y="3552488"/>
                <a:ext cx="184368" cy="870479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6199" extrusionOk="0">
                    <a:moveTo>
                      <a:pt x="19" y="0"/>
                    </a:moveTo>
                    <a:cubicBezTo>
                      <a:pt x="10" y="0"/>
                      <a:pt x="1" y="9"/>
                      <a:pt x="1" y="18"/>
                    </a:cubicBezTo>
                    <a:cubicBezTo>
                      <a:pt x="99" y="473"/>
                      <a:pt x="179" y="928"/>
                      <a:pt x="277" y="1374"/>
                    </a:cubicBezTo>
                    <a:cubicBezTo>
                      <a:pt x="438" y="2177"/>
                      <a:pt x="616" y="2980"/>
                      <a:pt x="786" y="3783"/>
                    </a:cubicBezTo>
                    <a:cubicBezTo>
                      <a:pt x="866" y="4184"/>
                      <a:pt x="955" y="4586"/>
                      <a:pt x="1036" y="4987"/>
                    </a:cubicBezTo>
                    <a:cubicBezTo>
                      <a:pt x="1125" y="5388"/>
                      <a:pt x="1223" y="5790"/>
                      <a:pt x="1294" y="6191"/>
                    </a:cubicBezTo>
                    <a:cubicBezTo>
                      <a:pt x="1294" y="6196"/>
                      <a:pt x="1299" y="6198"/>
                      <a:pt x="1303" y="6198"/>
                    </a:cubicBezTo>
                    <a:cubicBezTo>
                      <a:pt x="1308" y="6198"/>
                      <a:pt x="1312" y="6196"/>
                      <a:pt x="1312" y="6191"/>
                    </a:cubicBezTo>
                    <a:cubicBezTo>
                      <a:pt x="1232" y="5736"/>
                      <a:pt x="1178" y="5272"/>
                      <a:pt x="1098" y="4818"/>
                    </a:cubicBezTo>
                    <a:cubicBezTo>
                      <a:pt x="973" y="4006"/>
                      <a:pt x="813" y="3203"/>
                      <a:pt x="634" y="2400"/>
                    </a:cubicBezTo>
                    <a:cubicBezTo>
                      <a:pt x="545" y="1981"/>
                      <a:pt x="438" y="1561"/>
                      <a:pt x="331" y="1151"/>
                    </a:cubicBezTo>
                    <a:cubicBezTo>
                      <a:pt x="331" y="964"/>
                      <a:pt x="313" y="776"/>
                      <a:pt x="277" y="589"/>
                    </a:cubicBezTo>
                    <a:cubicBezTo>
                      <a:pt x="274" y="581"/>
                      <a:pt x="270" y="579"/>
                      <a:pt x="267" y="579"/>
                    </a:cubicBezTo>
                    <a:cubicBezTo>
                      <a:pt x="262" y="579"/>
                      <a:pt x="260" y="584"/>
                      <a:pt x="260" y="589"/>
                    </a:cubicBezTo>
                    <a:cubicBezTo>
                      <a:pt x="277" y="741"/>
                      <a:pt x="295" y="892"/>
                      <a:pt x="304" y="1035"/>
                    </a:cubicBezTo>
                    <a:cubicBezTo>
                      <a:pt x="215" y="696"/>
                      <a:pt x="126" y="348"/>
                      <a:pt x="28" y="9"/>
                    </a:cubicBezTo>
                    <a:cubicBezTo>
                      <a:pt x="28" y="9"/>
                      <a:pt x="28" y="0"/>
                      <a:pt x="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4"/>
              <p:cNvSpPr/>
              <p:nvPr/>
            </p:nvSpPr>
            <p:spPr>
              <a:xfrm>
                <a:off x="735738" y="3187965"/>
                <a:ext cx="1725029" cy="1529763"/>
              </a:xfrm>
              <a:custGeom>
                <a:avLst/>
                <a:gdLst/>
                <a:ahLst/>
                <a:cxnLst/>
                <a:rect l="l" t="t" r="r" b="b"/>
                <a:pathLst>
                  <a:path w="12285" h="10894" extrusionOk="0">
                    <a:moveTo>
                      <a:pt x="6808" y="1"/>
                    </a:moveTo>
                    <a:cubicBezTo>
                      <a:pt x="6460" y="1"/>
                      <a:pt x="5962" y="383"/>
                      <a:pt x="5621" y="750"/>
                    </a:cubicBezTo>
                    <a:cubicBezTo>
                      <a:pt x="3953" y="2534"/>
                      <a:pt x="1" y="9216"/>
                      <a:pt x="1285" y="10456"/>
                    </a:cubicBezTo>
                    <a:cubicBezTo>
                      <a:pt x="1608" y="10767"/>
                      <a:pt x="2304" y="10893"/>
                      <a:pt x="3196" y="10893"/>
                    </a:cubicBezTo>
                    <a:cubicBezTo>
                      <a:pt x="5835" y="10893"/>
                      <a:pt x="10194" y="9786"/>
                      <a:pt x="11687" y="9073"/>
                    </a:cubicBezTo>
                    <a:cubicBezTo>
                      <a:pt x="12285" y="8787"/>
                      <a:pt x="10019" y="5076"/>
                      <a:pt x="9323" y="4987"/>
                    </a:cubicBezTo>
                    <a:cubicBezTo>
                      <a:pt x="9308" y="4985"/>
                      <a:pt x="9292" y="4984"/>
                      <a:pt x="9273" y="4984"/>
                    </a:cubicBezTo>
                    <a:cubicBezTo>
                      <a:pt x="8626" y="4984"/>
                      <a:pt x="6093" y="6126"/>
                      <a:pt x="5719" y="6126"/>
                    </a:cubicBezTo>
                    <a:cubicBezTo>
                      <a:pt x="5695" y="6126"/>
                      <a:pt x="5680" y="6121"/>
                      <a:pt x="5674" y="6111"/>
                    </a:cubicBezTo>
                    <a:cubicBezTo>
                      <a:pt x="5576" y="5915"/>
                      <a:pt x="6254" y="4675"/>
                      <a:pt x="6968" y="2088"/>
                    </a:cubicBezTo>
                    <a:cubicBezTo>
                      <a:pt x="7410" y="499"/>
                      <a:pt x="7206" y="1"/>
                      <a:pt x="6808" y="1"/>
                    </a:cubicBezTo>
                    <a:close/>
                  </a:path>
                </a:pathLst>
              </a:custGeom>
              <a:solidFill>
                <a:srgbClr val="7B40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4"/>
              <p:cNvSpPr/>
              <p:nvPr/>
            </p:nvSpPr>
            <p:spPr>
              <a:xfrm>
                <a:off x="2460596" y="3561474"/>
                <a:ext cx="593685" cy="412000"/>
              </a:xfrm>
              <a:custGeom>
                <a:avLst/>
                <a:gdLst/>
                <a:ahLst/>
                <a:cxnLst/>
                <a:rect l="l" t="t" r="r" b="b"/>
                <a:pathLst>
                  <a:path w="4228" h="2934" extrusionOk="0">
                    <a:moveTo>
                      <a:pt x="3696" y="0"/>
                    </a:moveTo>
                    <a:cubicBezTo>
                      <a:pt x="3497" y="0"/>
                      <a:pt x="3240" y="92"/>
                      <a:pt x="2972" y="284"/>
                    </a:cubicBezTo>
                    <a:cubicBezTo>
                      <a:pt x="1848" y="1105"/>
                      <a:pt x="1446" y="935"/>
                      <a:pt x="1" y="1132"/>
                    </a:cubicBezTo>
                    <a:lnTo>
                      <a:pt x="759" y="2934"/>
                    </a:lnTo>
                    <a:cubicBezTo>
                      <a:pt x="1446" y="2889"/>
                      <a:pt x="3266" y="2238"/>
                      <a:pt x="3953" y="846"/>
                    </a:cubicBezTo>
                    <a:cubicBezTo>
                      <a:pt x="4228" y="296"/>
                      <a:pt x="4054" y="0"/>
                      <a:pt x="3696" y="0"/>
                    </a:cubicBezTo>
                    <a:close/>
                  </a:path>
                </a:pathLst>
              </a:custGeom>
              <a:solidFill>
                <a:srgbClr val="7B40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4"/>
              <p:cNvSpPr/>
              <p:nvPr/>
            </p:nvSpPr>
            <p:spPr>
              <a:xfrm>
                <a:off x="1920700" y="3714108"/>
                <a:ext cx="1340847" cy="747890"/>
              </a:xfrm>
              <a:custGeom>
                <a:avLst/>
                <a:gdLst/>
                <a:ahLst/>
                <a:cxnLst/>
                <a:rect l="l" t="t" r="r" b="b"/>
                <a:pathLst>
                  <a:path w="9549" h="5326" extrusionOk="0">
                    <a:moveTo>
                      <a:pt x="4542" y="1"/>
                    </a:moveTo>
                    <a:cubicBezTo>
                      <a:pt x="3970" y="1"/>
                      <a:pt x="3487" y="88"/>
                      <a:pt x="3141" y="169"/>
                    </a:cubicBezTo>
                    <a:cubicBezTo>
                      <a:pt x="1625" y="535"/>
                      <a:pt x="1" y="1436"/>
                      <a:pt x="1" y="1436"/>
                    </a:cubicBezTo>
                    <a:lnTo>
                      <a:pt x="2900" y="5308"/>
                    </a:lnTo>
                    <a:cubicBezTo>
                      <a:pt x="3021" y="5320"/>
                      <a:pt x="3136" y="5325"/>
                      <a:pt x="3244" y="5325"/>
                    </a:cubicBezTo>
                    <a:cubicBezTo>
                      <a:pt x="4110" y="5325"/>
                      <a:pt x="4569" y="4987"/>
                      <a:pt x="4569" y="4987"/>
                    </a:cubicBezTo>
                    <a:cubicBezTo>
                      <a:pt x="4649" y="5085"/>
                      <a:pt x="4738" y="5174"/>
                      <a:pt x="4827" y="5263"/>
                    </a:cubicBezTo>
                    <a:cubicBezTo>
                      <a:pt x="5452" y="4871"/>
                      <a:pt x="6165" y="4255"/>
                      <a:pt x="6415" y="4032"/>
                    </a:cubicBezTo>
                    <a:cubicBezTo>
                      <a:pt x="6986" y="3515"/>
                      <a:pt x="6692" y="1980"/>
                      <a:pt x="6692" y="1980"/>
                    </a:cubicBezTo>
                    <a:lnTo>
                      <a:pt x="6692" y="1980"/>
                    </a:lnTo>
                    <a:cubicBezTo>
                      <a:pt x="7236" y="2132"/>
                      <a:pt x="7646" y="2650"/>
                      <a:pt x="8494" y="3069"/>
                    </a:cubicBezTo>
                    <a:cubicBezTo>
                      <a:pt x="8724" y="3180"/>
                      <a:pt x="8897" y="3227"/>
                      <a:pt x="9022" y="3227"/>
                    </a:cubicBezTo>
                    <a:cubicBezTo>
                      <a:pt x="9549" y="3227"/>
                      <a:pt x="9221" y="2383"/>
                      <a:pt x="8788" y="1936"/>
                    </a:cubicBezTo>
                    <a:cubicBezTo>
                      <a:pt x="7279" y="373"/>
                      <a:pt x="5722" y="1"/>
                      <a:pt x="4542" y="1"/>
                    </a:cubicBezTo>
                    <a:close/>
                  </a:path>
                </a:pathLst>
              </a:custGeom>
              <a:solidFill>
                <a:srgbClr val="7B40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4"/>
              <p:cNvSpPr/>
              <p:nvPr/>
            </p:nvSpPr>
            <p:spPr>
              <a:xfrm>
                <a:off x="2451890" y="3726605"/>
                <a:ext cx="661507" cy="880028"/>
              </a:xfrm>
              <a:custGeom>
                <a:avLst/>
                <a:gdLst/>
                <a:ahLst/>
                <a:cxnLst/>
                <a:rect l="l" t="t" r="r" b="b"/>
                <a:pathLst>
                  <a:path w="4711" h="6267" extrusionOk="0">
                    <a:moveTo>
                      <a:pt x="402" y="0"/>
                    </a:moveTo>
                    <a:cubicBezTo>
                      <a:pt x="402" y="0"/>
                      <a:pt x="0" y="4826"/>
                      <a:pt x="170" y="4898"/>
                    </a:cubicBezTo>
                    <a:cubicBezTo>
                      <a:pt x="889" y="5195"/>
                      <a:pt x="1087" y="6266"/>
                      <a:pt x="1581" y="6266"/>
                    </a:cubicBezTo>
                    <a:cubicBezTo>
                      <a:pt x="1620" y="6266"/>
                      <a:pt x="1661" y="6259"/>
                      <a:pt x="1704" y="6245"/>
                    </a:cubicBezTo>
                    <a:cubicBezTo>
                      <a:pt x="2195" y="6084"/>
                      <a:pt x="2070" y="5513"/>
                      <a:pt x="2070" y="5513"/>
                    </a:cubicBezTo>
                    <a:lnTo>
                      <a:pt x="2070" y="5513"/>
                    </a:lnTo>
                    <a:cubicBezTo>
                      <a:pt x="2070" y="5513"/>
                      <a:pt x="2326" y="5869"/>
                      <a:pt x="2665" y="5869"/>
                    </a:cubicBezTo>
                    <a:cubicBezTo>
                      <a:pt x="2745" y="5869"/>
                      <a:pt x="2830" y="5849"/>
                      <a:pt x="2918" y="5799"/>
                    </a:cubicBezTo>
                    <a:cubicBezTo>
                      <a:pt x="3426" y="5513"/>
                      <a:pt x="3060" y="4630"/>
                      <a:pt x="3060" y="4630"/>
                    </a:cubicBezTo>
                    <a:lnTo>
                      <a:pt x="3060" y="4630"/>
                    </a:lnTo>
                    <a:cubicBezTo>
                      <a:pt x="3060" y="4630"/>
                      <a:pt x="3376" y="5018"/>
                      <a:pt x="3731" y="5018"/>
                    </a:cubicBezTo>
                    <a:cubicBezTo>
                      <a:pt x="3843" y="5018"/>
                      <a:pt x="3958" y="4980"/>
                      <a:pt x="4068" y="4880"/>
                    </a:cubicBezTo>
                    <a:cubicBezTo>
                      <a:pt x="4711" y="4318"/>
                      <a:pt x="3444" y="2462"/>
                      <a:pt x="2659" y="1606"/>
                    </a:cubicBezTo>
                    <a:cubicBezTo>
                      <a:pt x="1963" y="830"/>
                      <a:pt x="910" y="259"/>
                      <a:pt x="402" y="0"/>
                    </a:cubicBezTo>
                    <a:close/>
                  </a:path>
                </a:pathLst>
              </a:custGeom>
              <a:solidFill>
                <a:srgbClr val="7B40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4"/>
              <p:cNvSpPr/>
              <p:nvPr/>
            </p:nvSpPr>
            <p:spPr>
              <a:xfrm>
                <a:off x="2678660" y="4046054"/>
                <a:ext cx="204307" cy="331818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2363" extrusionOk="0">
                    <a:moveTo>
                      <a:pt x="9" y="0"/>
                    </a:moveTo>
                    <a:cubicBezTo>
                      <a:pt x="9" y="0"/>
                      <a:pt x="0" y="0"/>
                      <a:pt x="0" y="9"/>
                    </a:cubicBezTo>
                    <a:cubicBezTo>
                      <a:pt x="571" y="732"/>
                      <a:pt x="1053" y="1517"/>
                      <a:pt x="1436" y="2355"/>
                    </a:cubicBezTo>
                    <a:cubicBezTo>
                      <a:pt x="1439" y="2360"/>
                      <a:pt x="1442" y="2363"/>
                      <a:pt x="1444" y="2363"/>
                    </a:cubicBezTo>
                    <a:cubicBezTo>
                      <a:pt x="1450" y="2363"/>
                      <a:pt x="1454" y="2350"/>
                      <a:pt x="1454" y="2337"/>
                    </a:cubicBezTo>
                    <a:cubicBezTo>
                      <a:pt x="1231" y="1311"/>
                      <a:pt x="437" y="32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4"/>
              <p:cNvSpPr/>
              <p:nvPr/>
            </p:nvSpPr>
            <p:spPr>
              <a:xfrm>
                <a:off x="2560010" y="4159511"/>
                <a:ext cx="185070" cy="343614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2447" extrusionOk="0">
                    <a:moveTo>
                      <a:pt x="8" y="0"/>
                    </a:moveTo>
                    <a:cubicBezTo>
                      <a:pt x="3" y="0"/>
                      <a:pt x="0" y="6"/>
                      <a:pt x="7" y="13"/>
                    </a:cubicBezTo>
                    <a:cubicBezTo>
                      <a:pt x="524" y="771"/>
                      <a:pt x="961" y="1583"/>
                      <a:pt x="1300" y="2439"/>
                    </a:cubicBezTo>
                    <a:cubicBezTo>
                      <a:pt x="1300" y="2445"/>
                      <a:pt x="1302" y="2447"/>
                      <a:pt x="1304" y="2447"/>
                    </a:cubicBezTo>
                    <a:cubicBezTo>
                      <a:pt x="1309" y="2447"/>
                      <a:pt x="1318" y="2434"/>
                      <a:pt x="1318" y="2421"/>
                    </a:cubicBezTo>
                    <a:cubicBezTo>
                      <a:pt x="1131" y="1378"/>
                      <a:pt x="355" y="325"/>
                      <a:pt x="16" y="4"/>
                    </a:cubicBezTo>
                    <a:cubicBezTo>
                      <a:pt x="13" y="1"/>
                      <a:pt x="10" y="0"/>
                      <a:pt x="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4"/>
              <p:cNvSpPr/>
              <p:nvPr/>
            </p:nvSpPr>
            <p:spPr>
              <a:xfrm>
                <a:off x="2858953" y="3990870"/>
                <a:ext cx="373511" cy="183251"/>
              </a:xfrm>
              <a:custGeom>
                <a:avLst/>
                <a:gdLst/>
                <a:ahLst/>
                <a:cxnLst/>
                <a:rect l="l" t="t" r="r" b="b"/>
                <a:pathLst>
                  <a:path w="2660" h="1305" extrusionOk="0">
                    <a:moveTo>
                      <a:pt x="10" y="1"/>
                    </a:moveTo>
                    <a:cubicBezTo>
                      <a:pt x="1" y="1"/>
                      <a:pt x="1" y="9"/>
                      <a:pt x="1" y="18"/>
                    </a:cubicBezTo>
                    <a:cubicBezTo>
                      <a:pt x="233" y="134"/>
                      <a:pt x="465" y="268"/>
                      <a:pt x="679" y="411"/>
                    </a:cubicBezTo>
                    <a:cubicBezTo>
                      <a:pt x="902" y="571"/>
                      <a:pt x="1116" y="732"/>
                      <a:pt x="1339" y="884"/>
                    </a:cubicBezTo>
                    <a:cubicBezTo>
                      <a:pt x="1455" y="955"/>
                      <a:pt x="1562" y="1026"/>
                      <a:pt x="1678" y="1098"/>
                    </a:cubicBezTo>
                    <a:cubicBezTo>
                      <a:pt x="1794" y="1169"/>
                      <a:pt x="1919" y="1223"/>
                      <a:pt x="2044" y="1276"/>
                    </a:cubicBezTo>
                    <a:cubicBezTo>
                      <a:pt x="2107" y="1294"/>
                      <a:pt x="2176" y="1304"/>
                      <a:pt x="2245" y="1304"/>
                    </a:cubicBezTo>
                    <a:cubicBezTo>
                      <a:pt x="2420" y="1304"/>
                      <a:pt x="2590" y="1236"/>
                      <a:pt x="2641" y="1044"/>
                    </a:cubicBezTo>
                    <a:cubicBezTo>
                      <a:pt x="2659" y="919"/>
                      <a:pt x="2650" y="794"/>
                      <a:pt x="2597" y="679"/>
                    </a:cubicBezTo>
                    <a:cubicBezTo>
                      <a:pt x="2517" y="509"/>
                      <a:pt x="2427" y="348"/>
                      <a:pt x="2311" y="206"/>
                    </a:cubicBezTo>
                    <a:cubicBezTo>
                      <a:pt x="2311" y="203"/>
                      <a:pt x="2310" y="202"/>
                      <a:pt x="2309" y="202"/>
                    </a:cubicBezTo>
                    <a:cubicBezTo>
                      <a:pt x="2306" y="202"/>
                      <a:pt x="2302" y="206"/>
                      <a:pt x="2302" y="206"/>
                    </a:cubicBezTo>
                    <a:cubicBezTo>
                      <a:pt x="2418" y="375"/>
                      <a:pt x="2508" y="554"/>
                      <a:pt x="2561" y="750"/>
                    </a:cubicBezTo>
                    <a:cubicBezTo>
                      <a:pt x="2588" y="875"/>
                      <a:pt x="2588" y="1044"/>
                      <a:pt x="2472" y="1133"/>
                    </a:cubicBezTo>
                    <a:cubicBezTo>
                      <a:pt x="2412" y="1183"/>
                      <a:pt x="2344" y="1202"/>
                      <a:pt x="2272" y="1202"/>
                    </a:cubicBezTo>
                    <a:cubicBezTo>
                      <a:pt x="2109" y="1202"/>
                      <a:pt x="1930" y="1103"/>
                      <a:pt x="1794" y="1035"/>
                    </a:cubicBezTo>
                    <a:cubicBezTo>
                      <a:pt x="1589" y="919"/>
                      <a:pt x="1384" y="786"/>
                      <a:pt x="1187" y="652"/>
                    </a:cubicBezTo>
                    <a:cubicBezTo>
                      <a:pt x="795" y="375"/>
                      <a:pt x="483" y="143"/>
                      <a:pt x="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24"/>
              <p:cNvSpPr/>
              <p:nvPr/>
            </p:nvSpPr>
            <p:spPr>
              <a:xfrm>
                <a:off x="2858953" y="3990870"/>
                <a:ext cx="196865" cy="447527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187" extrusionOk="0">
                    <a:moveTo>
                      <a:pt x="10" y="1"/>
                    </a:moveTo>
                    <a:cubicBezTo>
                      <a:pt x="1" y="9"/>
                      <a:pt x="1" y="9"/>
                      <a:pt x="1" y="9"/>
                    </a:cubicBezTo>
                    <a:cubicBezTo>
                      <a:pt x="215" y="268"/>
                      <a:pt x="875" y="1392"/>
                      <a:pt x="1000" y="1660"/>
                    </a:cubicBezTo>
                    <a:cubicBezTo>
                      <a:pt x="1125" y="1936"/>
                      <a:pt x="1241" y="2231"/>
                      <a:pt x="1268" y="2534"/>
                    </a:cubicBezTo>
                    <a:cubicBezTo>
                      <a:pt x="1294" y="2668"/>
                      <a:pt x="1268" y="2811"/>
                      <a:pt x="1196" y="2927"/>
                    </a:cubicBezTo>
                    <a:cubicBezTo>
                      <a:pt x="1116" y="3025"/>
                      <a:pt x="1009" y="3078"/>
                      <a:pt x="893" y="3096"/>
                    </a:cubicBezTo>
                    <a:cubicBezTo>
                      <a:pt x="871" y="3099"/>
                      <a:pt x="849" y="3100"/>
                      <a:pt x="826" y="3100"/>
                    </a:cubicBezTo>
                    <a:cubicBezTo>
                      <a:pt x="573" y="3100"/>
                      <a:pt x="326" y="2920"/>
                      <a:pt x="170" y="2739"/>
                    </a:cubicBezTo>
                    <a:cubicBezTo>
                      <a:pt x="161" y="2739"/>
                      <a:pt x="152" y="2748"/>
                      <a:pt x="161" y="2757"/>
                    </a:cubicBezTo>
                    <a:cubicBezTo>
                      <a:pt x="260" y="2900"/>
                      <a:pt x="384" y="3016"/>
                      <a:pt x="536" y="3114"/>
                    </a:cubicBezTo>
                    <a:cubicBezTo>
                      <a:pt x="628" y="3160"/>
                      <a:pt x="735" y="3187"/>
                      <a:pt x="842" y="3187"/>
                    </a:cubicBezTo>
                    <a:cubicBezTo>
                      <a:pt x="880" y="3187"/>
                      <a:pt x="918" y="3183"/>
                      <a:pt x="955" y="3176"/>
                    </a:cubicBezTo>
                    <a:cubicBezTo>
                      <a:pt x="1071" y="3150"/>
                      <a:pt x="1401" y="3060"/>
                      <a:pt x="1401" y="2570"/>
                    </a:cubicBezTo>
                    <a:cubicBezTo>
                      <a:pt x="1401" y="2240"/>
                      <a:pt x="1250" y="1874"/>
                      <a:pt x="1107" y="1571"/>
                    </a:cubicBezTo>
                    <a:cubicBezTo>
                      <a:pt x="973" y="1276"/>
                      <a:pt x="384" y="348"/>
                      <a:pt x="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24"/>
              <p:cNvSpPr/>
              <p:nvPr/>
            </p:nvSpPr>
            <p:spPr>
              <a:xfrm>
                <a:off x="772105" y="3181084"/>
                <a:ext cx="1468205" cy="1555320"/>
              </a:xfrm>
              <a:custGeom>
                <a:avLst/>
                <a:gdLst/>
                <a:ahLst/>
                <a:cxnLst/>
                <a:rect l="l" t="t" r="r" b="b"/>
                <a:pathLst>
                  <a:path w="10456" h="11076" extrusionOk="0">
                    <a:moveTo>
                      <a:pt x="6525" y="0"/>
                    </a:moveTo>
                    <a:cubicBezTo>
                      <a:pt x="6192" y="0"/>
                      <a:pt x="5685" y="339"/>
                      <a:pt x="5023" y="1084"/>
                    </a:cubicBezTo>
                    <a:cubicBezTo>
                      <a:pt x="3462" y="2850"/>
                      <a:pt x="0" y="8934"/>
                      <a:pt x="768" y="10487"/>
                    </a:cubicBezTo>
                    <a:cubicBezTo>
                      <a:pt x="984" y="10920"/>
                      <a:pt x="1833" y="11076"/>
                      <a:pt x="2945" y="11076"/>
                    </a:cubicBezTo>
                    <a:cubicBezTo>
                      <a:pt x="5821" y="11076"/>
                      <a:pt x="10456" y="10032"/>
                      <a:pt x="10456" y="10032"/>
                    </a:cubicBezTo>
                    <a:lnTo>
                      <a:pt x="8181" y="5232"/>
                    </a:lnTo>
                    <a:lnTo>
                      <a:pt x="5442" y="6205"/>
                    </a:lnTo>
                    <a:cubicBezTo>
                      <a:pt x="5442" y="6205"/>
                      <a:pt x="6459" y="3635"/>
                      <a:pt x="6870" y="1735"/>
                    </a:cubicBezTo>
                    <a:cubicBezTo>
                      <a:pt x="7112" y="637"/>
                      <a:pt x="6982" y="0"/>
                      <a:pt x="65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4"/>
              <p:cNvSpPr/>
              <p:nvPr/>
            </p:nvSpPr>
            <p:spPr>
              <a:xfrm>
                <a:off x="1154315" y="4012213"/>
                <a:ext cx="494831" cy="222148"/>
              </a:xfrm>
              <a:custGeom>
                <a:avLst/>
                <a:gdLst/>
                <a:ahLst/>
                <a:cxnLst/>
                <a:rect l="l" t="t" r="r" b="b"/>
                <a:pathLst>
                  <a:path w="3524" h="1582" extrusionOk="0">
                    <a:moveTo>
                      <a:pt x="3514" y="0"/>
                    </a:moveTo>
                    <a:cubicBezTo>
                      <a:pt x="3238" y="80"/>
                      <a:pt x="2961" y="152"/>
                      <a:pt x="2693" y="241"/>
                    </a:cubicBezTo>
                    <a:cubicBezTo>
                      <a:pt x="2221" y="393"/>
                      <a:pt x="1757" y="580"/>
                      <a:pt x="1311" y="794"/>
                    </a:cubicBezTo>
                    <a:cubicBezTo>
                      <a:pt x="856" y="1017"/>
                      <a:pt x="427" y="1276"/>
                      <a:pt x="8" y="1561"/>
                    </a:cubicBezTo>
                    <a:cubicBezTo>
                      <a:pt x="1" y="1569"/>
                      <a:pt x="5" y="1582"/>
                      <a:pt x="12" y="1582"/>
                    </a:cubicBezTo>
                    <a:cubicBezTo>
                      <a:pt x="14" y="1582"/>
                      <a:pt x="15" y="1581"/>
                      <a:pt x="17" y="1579"/>
                    </a:cubicBezTo>
                    <a:cubicBezTo>
                      <a:pt x="267" y="1445"/>
                      <a:pt x="517" y="1312"/>
                      <a:pt x="766" y="1187"/>
                    </a:cubicBezTo>
                    <a:cubicBezTo>
                      <a:pt x="1213" y="973"/>
                      <a:pt x="1667" y="758"/>
                      <a:pt x="2114" y="553"/>
                    </a:cubicBezTo>
                    <a:cubicBezTo>
                      <a:pt x="2569" y="348"/>
                      <a:pt x="3041" y="170"/>
                      <a:pt x="3514" y="18"/>
                    </a:cubicBezTo>
                    <a:cubicBezTo>
                      <a:pt x="3523" y="9"/>
                      <a:pt x="3523" y="0"/>
                      <a:pt x="35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4"/>
              <p:cNvSpPr/>
              <p:nvPr/>
            </p:nvSpPr>
            <p:spPr>
              <a:xfrm>
                <a:off x="1533716" y="3647971"/>
                <a:ext cx="387131" cy="408208"/>
              </a:xfrm>
              <a:custGeom>
                <a:avLst/>
                <a:gdLst/>
                <a:ahLst/>
                <a:cxnLst/>
                <a:rect l="l" t="t" r="r" b="b"/>
                <a:pathLst>
                  <a:path w="2757" h="2907" extrusionOk="0">
                    <a:moveTo>
                      <a:pt x="1040" y="0"/>
                    </a:moveTo>
                    <a:cubicBezTo>
                      <a:pt x="1037" y="0"/>
                      <a:pt x="1035" y="3"/>
                      <a:pt x="1035" y="7"/>
                    </a:cubicBezTo>
                    <a:cubicBezTo>
                      <a:pt x="910" y="382"/>
                      <a:pt x="768" y="756"/>
                      <a:pt x="634" y="1131"/>
                    </a:cubicBezTo>
                    <a:cubicBezTo>
                      <a:pt x="500" y="1515"/>
                      <a:pt x="0" y="2906"/>
                      <a:pt x="9" y="2906"/>
                    </a:cubicBezTo>
                    <a:cubicBezTo>
                      <a:pt x="9" y="2897"/>
                      <a:pt x="2694" y="1952"/>
                      <a:pt x="2748" y="1934"/>
                    </a:cubicBezTo>
                    <a:cubicBezTo>
                      <a:pt x="2757" y="1934"/>
                      <a:pt x="2757" y="1916"/>
                      <a:pt x="2757" y="1907"/>
                    </a:cubicBezTo>
                    <a:cubicBezTo>
                      <a:pt x="2757" y="1901"/>
                      <a:pt x="2748" y="1895"/>
                      <a:pt x="2740" y="1895"/>
                    </a:cubicBezTo>
                    <a:cubicBezTo>
                      <a:pt x="2736" y="1895"/>
                      <a:pt x="2733" y="1896"/>
                      <a:pt x="2730" y="1898"/>
                    </a:cubicBezTo>
                    <a:cubicBezTo>
                      <a:pt x="2686" y="1907"/>
                      <a:pt x="250" y="2710"/>
                      <a:pt x="170" y="2755"/>
                    </a:cubicBezTo>
                    <a:cubicBezTo>
                      <a:pt x="179" y="2710"/>
                      <a:pt x="616" y="1417"/>
                      <a:pt x="687" y="1229"/>
                    </a:cubicBezTo>
                    <a:cubicBezTo>
                      <a:pt x="687" y="1211"/>
                      <a:pt x="696" y="1185"/>
                      <a:pt x="705" y="1167"/>
                    </a:cubicBezTo>
                    <a:cubicBezTo>
                      <a:pt x="750" y="1087"/>
                      <a:pt x="794" y="997"/>
                      <a:pt x="830" y="917"/>
                    </a:cubicBezTo>
                    <a:cubicBezTo>
                      <a:pt x="884" y="801"/>
                      <a:pt x="937" y="694"/>
                      <a:pt x="991" y="578"/>
                    </a:cubicBezTo>
                    <a:lnTo>
                      <a:pt x="982" y="578"/>
                    </a:lnTo>
                    <a:cubicBezTo>
                      <a:pt x="928" y="694"/>
                      <a:pt x="875" y="801"/>
                      <a:pt x="812" y="908"/>
                    </a:cubicBezTo>
                    <a:cubicBezTo>
                      <a:pt x="785" y="953"/>
                      <a:pt x="768" y="1006"/>
                      <a:pt x="741" y="1060"/>
                    </a:cubicBezTo>
                    <a:cubicBezTo>
                      <a:pt x="785" y="926"/>
                      <a:pt x="821" y="792"/>
                      <a:pt x="866" y="658"/>
                    </a:cubicBezTo>
                    <a:cubicBezTo>
                      <a:pt x="928" y="435"/>
                      <a:pt x="991" y="221"/>
                      <a:pt x="1044" y="7"/>
                    </a:cubicBezTo>
                    <a:cubicBezTo>
                      <a:pt x="1044" y="3"/>
                      <a:pt x="1042" y="0"/>
                      <a:pt x="10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4"/>
              <p:cNvSpPr/>
              <p:nvPr/>
            </p:nvSpPr>
            <p:spPr>
              <a:xfrm>
                <a:off x="1764137" y="4002946"/>
                <a:ext cx="277044" cy="581209"/>
              </a:xfrm>
              <a:custGeom>
                <a:avLst/>
                <a:gdLst/>
                <a:ahLst/>
                <a:cxnLst/>
                <a:rect l="l" t="t" r="r" b="b"/>
                <a:pathLst>
                  <a:path w="1973" h="4139" extrusionOk="0">
                    <a:moveTo>
                      <a:pt x="15" y="0"/>
                    </a:moveTo>
                    <a:cubicBezTo>
                      <a:pt x="10" y="0"/>
                      <a:pt x="1" y="6"/>
                      <a:pt x="1" y="13"/>
                    </a:cubicBezTo>
                    <a:cubicBezTo>
                      <a:pt x="233" y="557"/>
                      <a:pt x="465" y="1110"/>
                      <a:pt x="723" y="1645"/>
                    </a:cubicBezTo>
                    <a:cubicBezTo>
                      <a:pt x="973" y="2180"/>
                      <a:pt x="1223" y="2716"/>
                      <a:pt x="1491" y="3242"/>
                    </a:cubicBezTo>
                    <a:cubicBezTo>
                      <a:pt x="1633" y="3545"/>
                      <a:pt x="1794" y="3840"/>
                      <a:pt x="1963" y="4134"/>
                    </a:cubicBezTo>
                    <a:cubicBezTo>
                      <a:pt x="1963" y="4137"/>
                      <a:pt x="1964" y="4138"/>
                      <a:pt x="1966" y="4138"/>
                    </a:cubicBezTo>
                    <a:cubicBezTo>
                      <a:pt x="1968" y="4138"/>
                      <a:pt x="1972" y="4134"/>
                      <a:pt x="1972" y="4134"/>
                    </a:cubicBezTo>
                    <a:cubicBezTo>
                      <a:pt x="1758" y="3572"/>
                      <a:pt x="1508" y="3037"/>
                      <a:pt x="1259" y="2502"/>
                    </a:cubicBezTo>
                    <a:cubicBezTo>
                      <a:pt x="1000" y="1966"/>
                      <a:pt x="759" y="1422"/>
                      <a:pt x="483" y="896"/>
                    </a:cubicBezTo>
                    <a:cubicBezTo>
                      <a:pt x="331" y="593"/>
                      <a:pt x="179" y="298"/>
                      <a:pt x="19" y="4"/>
                    </a:cubicBezTo>
                    <a:cubicBezTo>
                      <a:pt x="19" y="1"/>
                      <a:pt x="17" y="0"/>
                      <a:pt x="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4"/>
              <p:cNvSpPr/>
              <p:nvPr/>
            </p:nvSpPr>
            <p:spPr>
              <a:xfrm>
                <a:off x="991293" y="4526281"/>
                <a:ext cx="1267830" cy="211336"/>
              </a:xfrm>
              <a:custGeom>
                <a:avLst/>
                <a:gdLst/>
                <a:ahLst/>
                <a:cxnLst/>
                <a:rect l="l" t="t" r="r" b="b"/>
                <a:pathLst>
                  <a:path w="9029" h="1505" extrusionOk="0">
                    <a:moveTo>
                      <a:pt x="8685" y="1"/>
                    </a:moveTo>
                    <a:cubicBezTo>
                      <a:pt x="8675" y="1"/>
                      <a:pt x="8671" y="12"/>
                      <a:pt x="8681" y="32"/>
                    </a:cubicBezTo>
                    <a:cubicBezTo>
                      <a:pt x="8752" y="166"/>
                      <a:pt x="8806" y="318"/>
                      <a:pt x="8877" y="452"/>
                    </a:cubicBezTo>
                    <a:cubicBezTo>
                      <a:pt x="8743" y="479"/>
                      <a:pt x="8618" y="505"/>
                      <a:pt x="8493" y="532"/>
                    </a:cubicBezTo>
                    <a:lnTo>
                      <a:pt x="8065" y="612"/>
                    </a:lnTo>
                    <a:cubicBezTo>
                      <a:pt x="7780" y="675"/>
                      <a:pt x="7494" y="728"/>
                      <a:pt x="7209" y="782"/>
                    </a:cubicBezTo>
                    <a:cubicBezTo>
                      <a:pt x="6638" y="889"/>
                      <a:pt x="6058" y="987"/>
                      <a:pt x="5478" y="1067"/>
                    </a:cubicBezTo>
                    <a:cubicBezTo>
                      <a:pt x="4318" y="1237"/>
                      <a:pt x="3141" y="1344"/>
                      <a:pt x="1972" y="1397"/>
                    </a:cubicBezTo>
                    <a:cubicBezTo>
                      <a:pt x="1739" y="1404"/>
                      <a:pt x="1505" y="1410"/>
                      <a:pt x="1272" y="1410"/>
                    </a:cubicBezTo>
                    <a:cubicBezTo>
                      <a:pt x="1175" y="1410"/>
                      <a:pt x="1079" y="1409"/>
                      <a:pt x="982" y="1406"/>
                    </a:cubicBezTo>
                    <a:cubicBezTo>
                      <a:pt x="661" y="1406"/>
                      <a:pt x="340" y="1397"/>
                      <a:pt x="18" y="1362"/>
                    </a:cubicBezTo>
                    <a:cubicBezTo>
                      <a:pt x="9" y="1362"/>
                      <a:pt x="1" y="1371"/>
                      <a:pt x="18" y="1380"/>
                    </a:cubicBezTo>
                    <a:cubicBezTo>
                      <a:pt x="295" y="1433"/>
                      <a:pt x="571" y="1469"/>
                      <a:pt x="857" y="1487"/>
                    </a:cubicBezTo>
                    <a:cubicBezTo>
                      <a:pt x="1160" y="1504"/>
                      <a:pt x="1455" y="1504"/>
                      <a:pt x="1749" y="1504"/>
                    </a:cubicBezTo>
                    <a:cubicBezTo>
                      <a:pt x="2347" y="1496"/>
                      <a:pt x="2936" y="1460"/>
                      <a:pt x="3524" y="1406"/>
                    </a:cubicBezTo>
                    <a:cubicBezTo>
                      <a:pt x="4693" y="1299"/>
                      <a:pt x="5862" y="1139"/>
                      <a:pt x="7021" y="933"/>
                    </a:cubicBezTo>
                    <a:cubicBezTo>
                      <a:pt x="7343" y="880"/>
                      <a:pt x="7673" y="818"/>
                      <a:pt x="7994" y="755"/>
                    </a:cubicBezTo>
                    <a:cubicBezTo>
                      <a:pt x="8154" y="719"/>
                      <a:pt x="8315" y="684"/>
                      <a:pt x="8484" y="648"/>
                    </a:cubicBezTo>
                    <a:cubicBezTo>
                      <a:pt x="8645" y="612"/>
                      <a:pt x="9029" y="550"/>
                      <a:pt x="9011" y="523"/>
                    </a:cubicBezTo>
                    <a:cubicBezTo>
                      <a:pt x="8922" y="380"/>
                      <a:pt x="8815" y="166"/>
                      <a:pt x="8716" y="24"/>
                    </a:cubicBezTo>
                    <a:cubicBezTo>
                      <a:pt x="8705" y="8"/>
                      <a:pt x="8693" y="1"/>
                      <a:pt x="86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4"/>
              <p:cNvSpPr/>
              <p:nvPr/>
            </p:nvSpPr>
            <p:spPr>
              <a:xfrm>
                <a:off x="1730297" y="2856721"/>
                <a:ext cx="442456" cy="615753"/>
              </a:xfrm>
              <a:custGeom>
                <a:avLst/>
                <a:gdLst/>
                <a:ahLst/>
                <a:cxnLst/>
                <a:rect l="l" t="t" r="r" b="b"/>
                <a:pathLst>
                  <a:path w="3151" h="4385" extrusionOk="0">
                    <a:moveTo>
                      <a:pt x="794" y="0"/>
                    </a:moveTo>
                    <a:cubicBezTo>
                      <a:pt x="789" y="0"/>
                      <a:pt x="787" y="2"/>
                      <a:pt x="786" y="4"/>
                    </a:cubicBezTo>
                    <a:cubicBezTo>
                      <a:pt x="688" y="405"/>
                      <a:pt x="1" y="2350"/>
                      <a:pt x="10" y="2413"/>
                    </a:cubicBezTo>
                    <a:cubicBezTo>
                      <a:pt x="233" y="3233"/>
                      <a:pt x="1027" y="4375"/>
                      <a:pt x="1651" y="4384"/>
                    </a:cubicBezTo>
                    <a:cubicBezTo>
                      <a:pt x="2249" y="4384"/>
                      <a:pt x="2517" y="2761"/>
                      <a:pt x="2535" y="2698"/>
                    </a:cubicBezTo>
                    <a:cubicBezTo>
                      <a:pt x="2695" y="2002"/>
                      <a:pt x="3150" y="1226"/>
                      <a:pt x="3150" y="1226"/>
                    </a:cubicBezTo>
                    <a:cubicBezTo>
                      <a:pt x="3150" y="1226"/>
                      <a:pt x="942" y="0"/>
                      <a:pt x="794" y="0"/>
                    </a:cubicBezTo>
                    <a:close/>
                  </a:path>
                </a:pathLst>
              </a:custGeom>
              <a:solidFill>
                <a:srgbClr val="7B40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24"/>
              <p:cNvSpPr/>
              <p:nvPr/>
            </p:nvSpPr>
            <p:spPr>
              <a:xfrm>
                <a:off x="1848105" y="2859670"/>
                <a:ext cx="323382" cy="403574"/>
              </a:xfrm>
              <a:custGeom>
                <a:avLst/>
                <a:gdLst/>
                <a:ahLst/>
                <a:cxnLst/>
                <a:rect l="l" t="t" r="r" b="b"/>
                <a:pathLst>
                  <a:path w="2303" h="2874" extrusionOk="0">
                    <a:moveTo>
                      <a:pt x="18" y="1"/>
                    </a:moveTo>
                    <a:cubicBezTo>
                      <a:pt x="1" y="679"/>
                      <a:pt x="54" y="2463"/>
                      <a:pt x="1410" y="2829"/>
                    </a:cubicBezTo>
                    <a:lnTo>
                      <a:pt x="2150" y="1125"/>
                    </a:lnTo>
                    <a:lnTo>
                      <a:pt x="2097" y="1098"/>
                    </a:lnTo>
                    <a:lnTo>
                      <a:pt x="2035" y="1054"/>
                    </a:lnTo>
                    <a:cubicBezTo>
                      <a:pt x="2008" y="1045"/>
                      <a:pt x="1990" y="1036"/>
                      <a:pt x="1972" y="1027"/>
                    </a:cubicBezTo>
                    <a:lnTo>
                      <a:pt x="1954" y="1018"/>
                    </a:lnTo>
                    <a:cubicBezTo>
                      <a:pt x="1927" y="1000"/>
                      <a:pt x="1901" y="991"/>
                      <a:pt x="1874" y="973"/>
                    </a:cubicBezTo>
                    <a:lnTo>
                      <a:pt x="1856" y="964"/>
                    </a:lnTo>
                    <a:lnTo>
                      <a:pt x="1776" y="920"/>
                    </a:lnTo>
                    <a:lnTo>
                      <a:pt x="1731" y="893"/>
                    </a:lnTo>
                    <a:lnTo>
                      <a:pt x="1597" y="822"/>
                    </a:lnTo>
                    <a:lnTo>
                      <a:pt x="1499" y="768"/>
                    </a:lnTo>
                    <a:lnTo>
                      <a:pt x="1410" y="715"/>
                    </a:lnTo>
                    <a:lnTo>
                      <a:pt x="1116" y="563"/>
                    </a:lnTo>
                    <a:lnTo>
                      <a:pt x="1026" y="509"/>
                    </a:lnTo>
                    <a:cubicBezTo>
                      <a:pt x="910" y="447"/>
                      <a:pt x="794" y="384"/>
                      <a:pt x="687" y="331"/>
                    </a:cubicBezTo>
                    <a:cubicBezTo>
                      <a:pt x="661" y="313"/>
                      <a:pt x="634" y="304"/>
                      <a:pt x="607" y="295"/>
                    </a:cubicBezTo>
                    <a:lnTo>
                      <a:pt x="563" y="268"/>
                    </a:lnTo>
                    <a:lnTo>
                      <a:pt x="500" y="233"/>
                    </a:lnTo>
                    <a:lnTo>
                      <a:pt x="375" y="170"/>
                    </a:lnTo>
                    <a:lnTo>
                      <a:pt x="304" y="135"/>
                    </a:lnTo>
                    <a:cubicBezTo>
                      <a:pt x="268" y="117"/>
                      <a:pt x="232" y="99"/>
                      <a:pt x="197" y="90"/>
                    </a:cubicBezTo>
                    <a:cubicBezTo>
                      <a:pt x="179" y="81"/>
                      <a:pt x="170" y="72"/>
                      <a:pt x="152" y="63"/>
                    </a:cubicBezTo>
                    <a:cubicBezTo>
                      <a:pt x="108" y="45"/>
                      <a:pt x="72" y="28"/>
                      <a:pt x="36" y="10"/>
                    </a:cubicBezTo>
                    <a:lnTo>
                      <a:pt x="18" y="1"/>
                    </a:lnTo>
                    <a:close/>
                    <a:moveTo>
                      <a:pt x="2159" y="1125"/>
                    </a:moveTo>
                    <a:lnTo>
                      <a:pt x="1410" y="2829"/>
                    </a:lnTo>
                    <a:cubicBezTo>
                      <a:pt x="1490" y="2847"/>
                      <a:pt x="1571" y="2864"/>
                      <a:pt x="1660" y="2873"/>
                    </a:cubicBezTo>
                    <a:cubicBezTo>
                      <a:pt x="1669" y="2829"/>
                      <a:pt x="1678" y="2784"/>
                      <a:pt x="1678" y="2749"/>
                    </a:cubicBezTo>
                    <a:cubicBezTo>
                      <a:pt x="1678" y="2749"/>
                      <a:pt x="1678" y="2740"/>
                      <a:pt x="1678" y="2740"/>
                    </a:cubicBezTo>
                    <a:cubicBezTo>
                      <a:pt x="1678" y="2722"/>
                      <a:pt x="1687" y="2713"/>
                      <a:pt x="1687" y="2695"/>
                    </a:cubicBezTo>
                    <a:lnTo>
                      <a:pt x="1687" y="2677"/>
                    </a:lnTo>
                    <a:cubicBezTo>
                      <a:pt x="1722" y="2525"/>
                      <a:pt x="1776" y="2374"/>
                      <a:pt x="1829" y="2222"/>
                    </a:cubicBezTo>
                    <a:cubicBezTo>
                      <a:pt x="1936" y="1928"/>
                      <a:pt x="2070" y="1642"/>
                      <a:pt x="2213" y="1366"/>
                    </a:cubicBezTo>
                    <a:cubicBezTo>
                      <a:pt x="2222" y="1348"/>
                      <a:pt x="2231" y="1330"/>
                      <a:pt x="2249" y="1312"/>
                    </a:cubicBezTo>
                    <a:cubicBezTo>
                      <a:pt x="2275" y="1250"/>
                      <a:pt x="2293" y="1214"/>
                      <a:pt x="2302" y="1205"/>
                    </a:cubicBezTo>
                    <a:lnTo>
                      <a:pt x="2240" y="1170"/>
                    </a:lnTo>
                    <a:lnTo>
                      <a:pt x="2159" y="11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4"/>
              <p:cNvSpPr/>
              <p:nvPr/>
            </p:nvSpPr>
            <p:spPr>
              <a:xfrm>
                <a:off x="1809211" y="2316677"/>
                <a:ext cx="700402" cy="882555"/>
              </a:xfrm>
              <a:custGeom>
                <a:avLst/>
                <a:gdLst/>
                <a:ahLst/>
                <a:cxnLst/>
                <a:rect l="l" t="t" r="r" b="b"/>
                <a:pathLst>
                  <a:path w="4988" h="6285" extrusionOk="0">
                    <a:moveTo>
                      <a:pt x="2686" y="0"/>
                    </a:moveTo>
                    <a:cubicBezTo>
                      <a:pt x="2011" y="0"/>
                      <a:pt x="1333" y="273"/>
                      <a:pt x="929" y="844"/>
                    </a:cubicBezTo>
                    <a:cubicBezTo>
                      <a:pt x="376" y="1620"/>
                      <a:pt x="1" y="4278"/>
                      <a:pt x="429" y="5045"/>
                    </a:cubicBezTo>
                    <a:cubicBezTo>
                      <a:pt x="845" y="5787"/>
                      <a:pt x="1620" y="6284"/>
                      <a:pt x="2402" y="6284"/>
                    </a:cubicBezTo>
                    <a:cubicBezTo>
                      <a:pt x="2795" y="6284"/>
                      <a:pt x="3190" y="6159"/>
                      <a:pt x="3543" y="5875"/>
                    </a:cubicBezTo>
                    <a:cubicBezTo>
                      <a:pt x="4551" y="5054"/>
                      <a:pt x="4988" y="1575"/>
                      <a:pt x="4461" y="844"/>
                    </a:cubicBezTo>
                    <a:cubicBezTo>
                      <a:pt x="4076" y="291"/>
                      <a:pt x="3383" y="0"/>
                      <a:pt x="2686" y="0"/>
                    </a:cubicBezTo>
                    <a:close/>
                  </a:path>
                </a:pathLst>
              </a:custGeom>
              <a:solidFill>
                <a:srgbClr val="7B40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24"/>
              <p:cNvSpPr/>
              <p:nvPr/>
            </p:nvSpPr>
            <p:spPr>
              <a:xfrm>
                <a:off x="2049741" y="2656346"/>
                <a:ext cx="233233" cy="217514"/>
              </a:xfrm>
              <a:custGeom>
                <a:avLst/>
                <a:gdLst/>
                <a:ahLst/>
                <a:cxnLst/>
                <a:rect l="l" t="t" r="r" b="b"/>
                <a:pathLst>
                  <a:path w="1661" h="1549" extrusionOk="0">
                    <a:moveTo>
                      <a:pt x="863" y="109"/>
                    </a:moveTo>
                    <a:cubicBezTo>
                      <a:pt x="879" y="109"/>
                      <a:pt x="895" y="110"/>
                      <a:pt x="911" y="111"/>
                    </a:cubicBezTo>
                    <a:cubicBezTo>
                      <a:pt x="964" y="111"/>
                      <a:pt x="1018" y="120"/>
                      <a:pt x="1071" y="137"/>
                    </a:cubicBezTo>
                    <a:cubicBezTo>
                      <a:pt x="1366" y="236"/>
                      <a:pt x="1562" y="512"/>
                      <a:pt x="1535" y="815"/>
                    </a:cubicBezTo>
                    <a:cubicBezTo>
                      <a:pt x="1518" y="1179"/>
                      <a:pt x="1216" y="1450"/>
                      <a:pt x="864" y="1450"/>
                    </a:cubicBezTo>
                    <a:cubicBezTo>
                      <a:pt x="853" y="1450"/>
                      <a:pt x="842" y="1449"/>
                      <a:pt x="830" y="1449"/>
                    </a:cubicBezTo>
                    <a:cubicBezTo>
                      <a:pt x="456" y="1422"/>
                      <a:pt x="179" y="1110"/>
                      <a:pt x="197" y="735"/>
                    </a:cubicBezTo>
                    <a:cubicBezTo>
                      <a:pt x="223" y="385"/>
                      <a:pt x="518" y="109"/>
                      <a:pt x="863" y="109"/>
                    </a:cubicBezTo>
                    <a:close/>
                    <a:moveTo>
                      <a:pt x="864" y="1"/>
                    </a:moveTo>
                    <a:cubicBezTo>
                      <a:pt x="537" y="1"/>
                      <a:pt x="235" y="209"/>
                      <a:pt x="135" y="539"/>
                    </a:cubicBezTo>
                    <a:cubicBezTo>
                      <a:pt x="1" y="949"/>
                      <a:pt x="224" y="1386"/>
                      <a:pt x="634" y="1511"/>
                    </a:cubicBezTo>
                    <a:cubicBezTo>
                      <a:pt x="697" y="1538"/>
                      <a:pt x="759" y="1547"/>
                      <a:pt x="822" y="1547"/>
                    </a:cubicBezTo>
                    <a:cubicBezTo>
                      <a:pt x="838" y="1548"/>
                      <a:pt x="855" y="1549"/>
                      <a:pt x="871" y="1549"/>
                    </a:cubicBezTo>
                    <a:cubicBezTo>
                      <a:pt x="1278" y="1549"/>
                      <a:pt x="1617" y="1236"/>
                      <a:pt x="1642" y="824"/>
                    </a:cubicBezTo>
                    <a:cubicBezTo>
                      <a:pt x="1660" y="468"/>
                      <a:pt x="1446" y="146"/>
                      <a:pt x="1107" y="39"/>
                    </a:cubicBezTo>
                    <a:cubicBezTo>
                      <a:pt x="1026" y="13"/>
                      <a:pt x="945" y="1"/>
                      <a:pt x="8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24"/>
              <p:cNvSpPr/>
              <p:nvPr/>
            </p:nvSpPr>
            <p:spPr>
              <a:xfrm>
                <a:off x="2321585" y="2702824"/>
                <a:ext cx="175522" cy="215829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1537" extrusionOk="0">
                    <a:moveTo>
                      <a:pt x="710" y="106"/>
                    </a:moveTo>
                    <a:cubicBezTo>
                      <a:pt x="729" y="106"/>
                      <a:pt x="749" y="107"/>
                      <a:pt x="768" y="110"/>
                    </a:cubicBezTo>
                    <a:cubicBezTo>
                      <a:pt x="786" y="110"/>
                      <a:pt x="795" y="119"/>
                      <a:pt x="812" y="119"/>
                    </a:cubicBezTo>
                    <a:cubicBezTo>
                      <a:pt x="920" y="163"/>
                      <a:pt x="1018" y="253"/>
                      <a:pt x="1053" y="368"/>
                    </a:cubicBezTo>
                    <a:cubicBezTo>
                      <a:pt x="1125" y="520"/>
                      <a:pt x="1143" y="699"/>
                      <a:pt x="1107" y="859"/>
                    </a:cubicBezTo>
                    <a:cubicBezTo>
                      <a:pt x="1042" y="1193"/>
                      <a:pt x="814" y="1437"/>
                      <a:pt x="578" y="1437"/>
                    </a:cubicBezTo>
                    <a:cubicBezTo>
                      <a:pt x="555" y="1437"/>
                      <a:pt x="532" y="1435"/>
                      <a:pt x="509" y="1430"/>
                    </a:cubicBezTo>
                    <a:cubicBezTo>
                      <a:pt x="259" y="1377"/>
                      <a:pt x="108" y="1038"/>
                      <a:pt x="179" y="681"/>
                    </a:cubicBezTo>
                    <a:cubicBezTo>
                      <a:pt x="206" y="511"/>
                      <a:pt x="286" y="351"/>
                      <a:pt x="411" y="235"/>
                    </a:cubicBezTo>
                    <a:cubicBezTo>
                      <a:pt x="487" y="151"/>
                      <a:pt x="596" y="106"/>
                      <a:pt x="710" y="106"/>
                    </a:cubicBezTo>
                    <a:close/>
                    <a:moveTo>
                      <a:pt x="691" y="0"/>
                    </a:moveTo>
                    <a:cubicBezTo>
                      <a:pt x="561" y="0"/>
                      <a:pt x="433" y="52"/>
                      <a:pt x="340" y="154"/>
                    </a:cubicBezTo>
                    <a:cubicBezTo>
                      <a:pt x="206" y="297"/>
                      <a:pt x="108" y="467"/>
                      <a:pt x="72" y="654"/>
                    </a:cubicBezTo>
                    <a:cubicBezTo>
                      <a:pt x="1" y="1055"/>
                      <a:pt x="161" y="1430"/>
                      <a:pt x="447" y="1519"/>
                    </a:cubicBezTo>
                    <a:cubicBezTo>
                      <a:pt x="465" y="1519"/>
                      <a:pt x="473" y="1528"/>
                      <a:pt x="491" y="1528"/>
                    </a:cubicBezTo>
                    <a:cubicBezTo>
                      <a:pt x="519" y="1534"/>
                      <a:pt x="548" y="1537"/>
                      <a:pt x="576" y="1537"/>
                    </a:cubicBezTo>
                    <a:cubicBezTo>
                      <a:pt x="860" y="1537"/>
                      <a:pt x="1132" y="1258"/>
                      <a:pt x="1205" y="877"/>
                    </a:cubicBezTo>
                    <a:cubicBezTo>
                      <a:pt x="1250" y="690"/>
                      <a:pt x="1232" y="493"/>
                      <a:pt x="1151" y="315"/>
                    </a:cubicBezTo>
                    <a:cubicBezTo>
                      <a:pt x="1125" y="244"/>
                      <a:pt x="1080" y="181"/>
                      <a:pt x="1027" y="128"/>
                    </a:cubicBezTo>
                    <a:cubicBezTo>
                      <a:pt x="929" y="43"/>
                      <a:pt x="809" y="0"/>
                      <a:pt x="6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4"/>
              <p:cNvSpPr/>
              <p:nvPr/>
            </p:nvSpPr>
            <p:spPr>
              <a:xfrm>
                <a:off x="2267806" y="2760395"/>
                <a:ext cx="80319" cy="30612"/>
              </a:xfrm>
              <a:custGeom>
                <a:avLst/>
                <a:gdLst/>
                <a:ahLst/>
                <a:cxnLst/>
                <a:rect l="l" t="t" r="r" b="b"/>
                <a:pathLst>
                  <a:path w="572" h="218" extrusionOk="0">
                    <a:moveTo>
                      <a:pt x="282" y="1"/>
                    </a:moveTo>
                    <a:cubicBezTo>
                      <a:pt x="174" y="1"/>
                      <a:pt x="67" y="39"/>
                      <a:pt x="0" y="74"/>
                    </a:cubicBezTo>
                    <a:lnTo>
                      <a:pt x="45" y="164"/>
                    </a:lnTo>
                    <a:cubicBezTo>
                      <a:pt x="55" y="164"/>
                      <a:pt x="162" y="106"/>
                      <a:pt x="275" y="106"/>
                    </a:cubicBezTo>
                    <a:cubicBezTo>
                      <a:pt x="350" y="106"/>
                      <a:pt x="428" y="132"/>
                      <a:pt x="482" y="217"/>
                    </a:cubicBezTo>
                    <a:lnTo>
                      <a:pt x="571" y="155"/>
                    </a:lnTo>
                    <a:cubicBezTo>
                      <a:pt x="500" y="39"/>
                      <a:pt x="390" y="1"/>
                      <a:pt x="2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24"/>
              <p:cNvSpPr/>
              <p:nvPr/>
            </p:nvSpPr>
            <p:spPr>
              <a:xfrm>
                <a:off x="1781689" y="2658031"/>
                <a:ext cx="302038" cy="72739"/>
              </a:xfrm>
              <a:custGeom>
                <a:avLst/>
                <a:gdLst/>
                <a:ahLst/>
                <a:cxnLst/>
                <a:rect l="l" t="t" r="r" b="b"/>
                <a:pathLst>
                  <a:path w="2151" h="518" extrusionOk="0">
                    <a:moveTo>
                      <a:pt x="527" y="0"/>
                    </a:moveTo>
                    <a:cubicBezTo>
                      <a:pt x="297" y="0"/>
                      <a:pt x="36" y="322"/>
                      <a:pt x="1" y="366"/>
                    </a:cubicBezTo>
                    <a:lnTo>
                      <a:pt x="81" y="429"/>
                    </a:lnTo>
                    <a:cubicBezTo>
                      <a:pt x="151" y="341"/>
                      <a:pt x="367" y="107"/>
                      <a:pt x="527" y="107"/>
                    </a:cubicBezTo>
                    <a:cubicBezTo>
                      <a:pt x="530" y="107"/>
                      <a:pt x="533" y="107"/>
                      <a:pt x="536" y="108"/>
                    </a:cubicBezTo>
                    <a:cubicBezTo>
                      <a:pt x="705" y="108"/>
                      <a:pt x="1740" y="402"/>
                      <a:pt x="2124" y="518"/>
                    </a:cubicBezTo>
                    <a:lnTo>
                      <a:pt x="2151" y="420"/>
                    </a:lnTo>
                    <a:cubicBezTo>
                      <a:pt x="2088" y="402"/>
                      <a:pt x="759" y="9"/>
                      <a:pt x="536" y="1"/>
                    </a:cubicBezTo>
                    <a:cubicBezTo>
                      <a:pt x="533" y="0"/>
                      <a:pt x="530" y="0"/>
                      <a:pt x="5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4"/>
              <p:cNvSpPr/>
              <p:nvPr/>
            </p:nvSpPr>
            <p:spPr>
              <a:xfrm>
                <a:off x="1809211" y="2251102"/>
                <a:ext cx="791955" cy="474207"/>
              </a:xfrm>
              <a:custGeom>
                <a:avLst/>
                <a:gdLst/>
                <a:ahLst/>
                <a:cxnLst/>
                <a:rect l="l" t="t" r="r" b="b"/>
                <a:pathLst>
                  <a:path w="5640" h="3377" extrusionOk="0">
                    <a:moveTo>
                      <a:pt x="2170" y="0"/>
                    </a:moveTo>
                    <a:cubicBezTo>
                      <a:pt x="2096" y="0"/>
                      <a:pt x="2029" y="11"/>
                      <a:pt x="1973" y="35"/>
                    </a:cubicBezTo>
                    <a:cubicBezTo>
                      <a:pt x="1535" y="222"/>
                      <a:pt x="1428" y="517"/>
                      <a:pt x="1428" y="517"/>
                    </a:cubicBezTo>
                    <a:cubicBezTo>
                      <a:pt x="1428" y="517"/>
                      <a:pt x="1419" y="516"/>
                      <a:pt x="1401" y="516"/>
                    </a:cubicBezTo>
                    <a:cubicBezTo>
                      <a:pt x="1289" y="516"/>
                      <a:pt x="863" y="536"/>
                      <a:pt x="617" y="829"/>
                    </a:cubicBezTo>
                    <a:cubicBezTo>
                      <a:pt x="331" y="1177"/>
                      <a:pt x="1" y="3220"/>
                      <a:pt x="590" y="3371"/>
                    </a:cubicBezTo>
                    <a:cubicBezTo>
                      <a:pt x="603" y="3375"/>
                      <a:pt x="616" y="3376"/>
                      <a:pt x="629" y="3376"/>
                    </a:cubicBezTo>
                    <a:cubicBezTo>
                      <a:pt x="1009" y="3376"/>
                      <a:pt x="1518" y="2051"/>
                      <a:pt x="1518" y="2051"/>
                    </a:cubicBezTo>
                    <a:cubicBezTo>
                      <a:pt x="1622" y="2088"/>
                      <a:pt x="1729" y="2106"/>
                      <a:pt x="1836" y="2106"/>
                    </a:cubicBezTo>
                    <a:cubicBezTo>
                      <a:pt x="2141" y="2106"/>
                      <a:pt x="2439" y="1961"/>
                      <a:pt x="2624" y="1703"/>
                    </a:cubicBezTo>
                    <a:cubicBezTo>
                      <a:pt x="2624" y="1703"/>
                      <a:pt x="3335" y="2602"/>
                      <a:pt x="4187" y="2602"/>
                    </a:cubicBezTo>
                    <a:cubicBezTo>
                      <a:pt x="4318" y="2602"/>
                      <a:pt x="4451" y="2581"/>
                      <a:pt x="4586" y="2533"/>
                    </a:cubicBezTo>
                    <a:cubicBezTo>
                      <a:pt x="5434" y="2221"/>
                      <a:pt x="5639" y="686"/>
                      <a:pt x="5398" y="356"/>
                    </a:cubicBezTo>
                    <a:cubicBezTo>
                      <a:pt x="5332" y="273"/>
                      <a:pt x="5232" y="231"/>
                      <a:pt x="5121" y="231"/>
                    </a:cubicBezTo>
                    <a:cubicBezTo>
                      <a:pt x="4993" y="231"/>
                      <a:pt x="4849" y="286"/>
                      <a:pt x="4720" y="401"/>
                    </a:cubicBezTo>
                    <a:cubicBezTo>
                      <a:pt x="4783" y="535"/>
                      <a:pt x="4792" y="686"/>
                      <a:pt x="4756" y="829"/>
                    </a:cubicBezTo>
                    <a:cubicBezTo>
                      <a:pt x="4713" y="1001"/>
                      <a:pt x="4621" y="1081"/>
                      <a:pt x="4548" y="1081"/>
                    </a:cubicBezTo>
                    <a:cubicBezTo>
                      <a:pt x="4454" y="1081"/>
                      <a:pt x="4388" y="952"/>
                      <a:pt x="4488" y="722"/>
                    </a:cubicBezTo>
                    <a:cubicBezTo>
                      <a:pt x="4542" y="597"/>
                      <a:pt x="4622" y="490"/>
                      <a:pt x="4720" y="401"/>
                    </a:cubicBezTo>
                    <a:cubicBezTo>
                      <a:pt x="4720" y="392"/>
                      <a:pt x="4711" y="383"/>
                      <a:pt x="4711" y="383"/>
                    </a:cubicBezTo>
                    <a:cubicBezTo>
                      <a:pt x="4648" y="250"/>
                      <a:pt x="4512" y="175"/>
                      <a:pt x="4372" y="175"/>
                    </a:cubicBezTo>
                    <a:cubicBezTo>
                      <a:pt x="4315" y="175"/>
                      <a:pt x="4257" y="188"/>
                      <a:pt x="4203" y="213"/>
                    </a:cubicBezTo>
                    <a:cubicBezTo>
                      <a:pt x="4015" y="303"/>
                      <a:pt x="3855" y="436"/>
                      <a:pt x="3730" y="606"/>
                    </a:cubicBezTo>
                    <a:cubicBezTo>
                      <a:pt x="3730" y="606"/>
                      <a:pt x="2735" y="0"/>
                      <a:pt x="21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4"/>
              <p:cNvSpPr/>
              <p:nvPr/>
            </p:nvSpPr>
            <p:spPr>
              <a:xfrm>
                <a:off x="1751640" y="2618433"/>
                <a:ext cx="168080" cy="256552"/>
              </a:xfrm>
              <a:custGeom>
                <a:avLst/>
                <a:gdLst/>
                <a:ahLst/>
                <a:cxnLst/>
                <a:rect l="l" t="t" r="r" b="b"/>
                <a:pathLst>
                  <a:path w="1197" h="1827" extrusionOk="0">
                    <a:moveTo>
                      <a:pt x="493" y="0"/>
                    </a:moveTo>
                    <a:cubicBezTo>
                      <a:pt x="475" y="0"/>
                      <a:pt x="456" y="2"/>
                      <a:pt x="438" y="6"/>
                    </a:cubicBezTo>
                    <a:cubicBezTo>
                      <a:pt x="1" y="104"/>
                      <a:pt x="63" y="1416"/>
                      <a:pt x="456" y="1710"/>
                    </a:cubicBezTo>
                    <a:cubicBezTo>
                      <a:pt x="542" y="1788"/>
                      <a:pt x="652" y="1827"/>
                      <a:pt x="761" y="1827"/>
                    </a:cubicBezTo>
                    <a:cubicBezTo>
                      <a:pt x="889" y="1827"/>
                      <a:pt x="1016" y="1775"/>
                      <a:pt x="1107" y="1674"/>
                    </a:cubicBezTo>
                    <a:cubicBezTo>
                      <a:pt x="1107" y="1665"/>
                      <a:pt x="1116" y="1665"/>
                      <a:pt x="1116" y="1656"/>
                    </a:cubicBezTo>
                    <a:lnTo>
                      <a:pt x="1196" y="916"/>
                    </a:lnTo>
                    <a:cubicBezTo>
                      <a:pt x="1196" y="916"/>
                      <a:pt x="902" y="0"/>
                      <a:pt x="493" y="0"/>
                    </a:cubicBezTo>
                    <a:close/>
                  </a:path>
                </a:pathLst>
              </a:custGeom>
              <a:solidFill>
                <a:srgbClr val="7B40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4"/>
              <p:cNvSpPr/>
              <p:nvPr/>
            </p:nvSpPr>
            <p:spPr>
              <a:xfrm>
                <a:off x="1816793" y="2672494"/>
                <a:ext cx="76528" cy="172298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227" extrusionOk="0">
                    <a:moveTo>
                      <a:pt x="3" y="1"/>
                    </a:moveTo>
                    <a:cubicBezTo>
                      <a:pt x="0" y="1"/>
                      <a:pt x="0" y="5"/>
                      <a:pt x="0" y="5"/>
                    </a:cubicBezTo>
                    <a:cubicBezTo>
                      <a:pt x="0" y="5"/>
                      <a:pt x="0" y="14"/>
                      <a:pt x="0" y="14"/>
                    </a:cubicBezTo>
                    <a:cubicBezTo>
                      <a:pt x="268" y="228"/>
                      <a:pt x="339" y="567"/>
                      <a:pt x="357" y="888"/>
                    </a:cubicBezTo>
                    <a:cubicBezTo>
                      <a:pt x="315" y="775"/>
                      <a:pt x="239" y="690"/>
                      <a:pt x="122" y="690"/>
                    </a:cubicBezTo>
                    <a:cubicBezTo>
                      <a:pt x="90" y="690"/>
                      <a:pt x="56" y="696"/>
                      <a:pt x="18" y="709"/>
                    </a:cubicBezTo>
                    <a:cubicBezTo>
                      <a:pt x="9" y="709"/>
                      <a:pt x="9" y="727"/>
                      <a:pt x="18" y="727"/>
                    </a:cubicBezTo>
                    <a:cubicBezTo>
                      <a:pt x="134" y="727"/>
                      <a:pt x="241" y="808"/>
                      <a:pt x="286" y="915"/>
                    </a:cubicBezTo>
                    <a:cubicBezTo>
                      <a:pt x="322" y="1013"/>
                      <a:pt x="339" y="1111"/>
                      <a:pt x="357" y="1200"/>
                    </a:cubicBezTo>
                    <a:cubicBezTo>
                      <a:pt x="357" y="1218"/>
                      <a:pt x="371" y="1227"/>
                      <a:pt x="384" y="1227"/>
                    </a:cubicBezTo>
                    <a:cubicBezTo>
                      <a:pt x="397" y="1227"/>
                      <a:pt x="411" y="1218"/>
                      <a:pt x="411" y="1200"/>
                    </a:cubicBezTo>
                    <a:cubicBezTo>
                      <a:pt x="545" y="808"/>
                      <a:pt x="411" y="165"/>
                      <a:pt x="9" y="5"/>
                    </a:cubicBezTo>
                    <a:cubicBezTo>
                      <a:pt x="6" y="2"/>
                      <a:pt x="4" y="1"/>
                      <a:pt x="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4"/>
              <p:cNvSpPr/>
              <p:nvPr/>
            </p:nvSpPr>
            <p:spPr>
              <a:xfrm>
                <a:off x="1677782" y="3121548"/>
                <a:ext cx="461131" cy="485581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3458" extrusionOk="0">
                    <a:moveTo>
                      <a:pt x="527" y="0"/>
                    </a:moveTo>
                    <a:lnTo>
                      <a:pt x="0" y="598"/>
                    </a:lnTo>
                    <a:cubicBezTo>
                      <a:pt x="0" y="598"/>
                      <a:pt x="1707" y="3457"/>
                      <a:pt x="1790" y="3457"/>
                    </a:cubicBezTo>
                    <a:cubicBezTo>
                      <a:pt x="1792" y="3457"/>
                      <a:pt x="1793" y="3456"/>
                      <a:pt x="1793" y="3453"/>
                    </a:cubicBezTo>
                    <a:lnTo>
                      <a:pt x="2578" y="2159"/>
                    </a:lnTo>
                    <a:lnTo>
                      <a:pt x="3283" y="3069"/>
                    </a:lnTo>
                    <a:lnTo>
                      <a:pt x="3256" y="1187"/>
                    </a:lnTo>
                    <a:lnTo>
                      <a:pt x="2935" y="669"/>
                    </a:lnTo>
                    <a:lnTo>
                      <a:pt x="2525" y="1865"/>
                    </a:lnTo>
                    <a:lnTo>
                      <a:pt x="5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4"/>
              <p:cNvSpPr/>
              <p:nvPr/>
            </p:nvSpPr>
            <p:spPr>
              <a:xfrm>
                <a:off x="1687752" y="3225456"/>
                <a:ext cx="461131" cy="398519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2838" extrusionOk="0">
                    <a:moveTo>
                      <a:pt x="10" y="1"/>
                    </a:moveTo>
                    <a:cubicBezTo>
                      <a:pt x="1" y="10"/>
                      <a:pt x="1" y="19"/>
                      <a:pt x="1" y="19"/>
                    </a:cubicBezTo>
                    <a:cubicBezTo>
                      <a:pt x="250" y="517"/>
                      <a:pt x="1681" y="2838"/>
                      <a:pt x="1704" y="2838"/>
                    </a:cubicBezTo>
                    <a:cubicBezTo>
                      <a:pt x="1704" y="2838"/>
                      <a:pt x="1705" y="2838"/>
                      <a:pt x="1705" y="2838"/>
                    </a:cubicBezTo>
                    <a:cubicBezTo>
                      <a:pt x="1705" y="2838"/>
                      <a:pt x="1705" y="2838"/>
                      <a:pt x="1705" y="2838"/>
                    </a:cubicBezTo>
                    <a:cubicBezTo>
                      <a:pt x="1728" y="2838"/>
                      <a:pt x="2454" y="1686"/>
                      <a:pt x="2525" y="1473"/>
                    </a:cubicBezTo>
                    <a:cubicBezTo>
                      <a:pt x="2646" y="1628"/>
                      <a:pt x="3229" y="2439"/>
                      <a:pt x="3264" y="2439"/>
                    </a:cubicBezTo>
                    <a:cubicBezTo>
                      <a:pt x="3265" y="2439"/>
                      <a:pt x="3266" y="2438"/>
                      <a:pt x="3266" y="2436"/>
                    </a:cubicBezTo>
                    <a:cubicBezTo>
                      <a:pt x="3284" y="2035"/>
                      <a:pt x="3275" y="1633"/>
                      <a:pt x="3248" y="1223"/>
                    </a:cubicBezTo>
                    <a:cubicBezTo>
                      <a:pt x="3230" y="857"/>
                      <a:pt x="3248" y="830"/>
                      <a:pt x="3203" y="465"/>
                    </a:cubicBezTo>
                    <a:cubicBezTo>
                      <a:pt x="3203" y="460"/>
                      <a:pt x="3197" y="454"/>
                      <a:pt x="3192" y="454"/>
                    </a:cubicBezTo>
                    <a:cubicBezTo>
                      <a:pt x="3189" y="454"/>
                      <a:pt x="3185" y="457"/>
                      <a:pt x="3185" y="465"/>
                    </a:cubicBezTo>
                    <a:cubicBezTo>
                      <a:pt x="3105" y="822"/>
                      <a:pt x="3168" y="1883"/>
                      <a:pt x="3168" y="2222"/>
                    </a:cubicBezTo>
                    <a:lnTo>
                      <a:pt x="3159" y="2213"/>
                    </a:lnTo>
                    <a:cubicBezTo>
                      <a:pt x="3123" y="2178"/>
                      <a:pt x="2530" y="1428"/>
                      <a:pt x="2517" y="1428"/>
                    </a:cubicBezTo>
                    <a:cubicBezTo>
                      <a:pt x="2516" y="1428"/>
                      <a:pt x="2516" y="1428"/>
                      <a:pt x="2516" y="1428"/>
                    </a:cubicBezTo>
                    <a:cubicBezTo>
                      <a:pt x="2383" y="1624"/>
                      <a:pt x="1758" y="2570"/>
                      <a:pt x="1722" y="2659"/>
                    </a:cubicBezTo>
                    <a:cubicBezTo>
                      <a:pt x="1446" y="2178"/>
                      <a:pt x="357" y="456"/>
                      <a:pt x="27" y="10"/>
                    </a:cubicBezTo>
                    <a:cubicBezTo>
                      <a:pt x="18" y="1"/>
                      <a:pt x="10" y="1"/>
                      <a:pt x="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4"/>
              <p:cNvSpPr/>
              <p:nvPr/>
            </p:nvSpPr>
            <p:spPr>
              <a:xfrm>
                <a:off x="2359216" y="4757761"/>
                <a:ext cx="1454444" cy="65296"/>
              </a:xfrm>
              <a:custGeom>
                <a:avLst/>
                <a:gdLst/>
                <a:ahLst/>
                <a:cxnLst/>
                <a:rect l="l" t="t" r="r" b="b"/>
                <a:pathLst>
                  <a:path w="10358" h="465" extrusionOk="0">
                    <a:moveTo>
                      <a:pt x="0" y="1"/>
                    </a:moveTo>
                    <a:lnTo>
                      <a:pt x="0" y="465"/>
                    </a:lnTo>
                    <a:lnTo>
                      <a:pt x="10358" y="465"/>
                    </a:lnTo>
                    <a:lnTo>
                      <a:pt x="1035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4"/>
              <p:cNvSpPr/>
              <p:nvPr/>
            </p:nvSpPr>
            <p:spPr>
              <a:xfrm>
                <a:off x="3081932" y="4757761"/>
                <a:ext cx="731716" cy="65296"/>
              </a:xfrm>
              <a:custGeom>
                <a:avLst/>
                <a:gdLst/>
                <a:ahLst/>
                <a:cxnLst/>
                <a:rect l="l" t="t" r="r" b="b"/>
                <a:pathLst>
                  <a:path w="5211" h="465" extrusionOk="0">
                    <a:moveTo>
                      <a:pt x="1" y="1"/>
                    </a:moveTo>
                    <a:lnTo>
                      <a:pt x="1" y="465"/>
                    </a:lnTo>
                    <a:lnTo>
                      <a:pt x="5211" y="465"/>
                    </a:lnTo>
                    <a:lnTo>
                      <a:pt x="5211" y="1"/>
                    </a:lnTo>
                    <a:close/>
                  </a:path>
                </a:pathLst>
              </a:custGeom>
              <a:solidFill>
                <a:srgbClr val="1A2E3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4"/>
              <p:cNvSpPr/>
              <p:nvPr/>
            </p:nvSpPr>
            <p:spPr>
              <a:xfrm>
                <a:off x="3160845" y="3860916"/>
                <a:ext cx="1602304" cy="962175"/>
              </a:xfrm>
              <a:custGeom>
                <a:avLst/>
                <a:gdLst/>
                <a:ahLst/>
                <a:cxnLst/>
                <a:rect l="l" t="t" r="r" b="b"/>
                <a:pathLst>
                  <a:path w="11411" h="6852" extrusionOk="0">
                    <a:moveTo>
                      <a:pt x="1321" y="0"/>
                    </a:moveTo>
                    <a:lnTo>
                      <a:pt x="1" y="6852"/>
                    </a:lnTo>
                    <a:lnTo>
                      <a:pt x="10090" y="6852"/>
                    </a:lnTo>
                    <a:lnTo>
                      <a:pt x="114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4"/>
              <p:cNvSpPr/>
              <p:nvPr/>
            </p:nvSpPr>
            <p:spPr>
              <a:xfrm>
                <a:off x="3871205" y="4255489"/>
                <a:ext cx="181700" cy="173001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1232" extrusionOk="0">
                    <a:moveTo>
                      <a:pt x="705" y="1"/>
                    </a:moveTo>
                    <a:cubicBezTo>
                      <a:pt x="357" y="9"/>
                      <a:pt x="71" y="268"/>
                      <a:pt x="36" y="616"/>
                    </a:cubicBezTo>
                    <a:cubicBezTo>
                      <a:pt x="0" y="919"/>
                      <a:pt x="223" y="1196"/>
                      <a:pt x="526" y="1223"/>
                    </a:cubicBezTo>
                    <a:cubicBezTo>
                      <a:pt x="544" y="1232"/>
                      <a:pt x="571" y="1232"/>
                      <a:pt x="589" y="1232"/>
                    </a:cubicBezTo>
                    <a:cubicBezTo>
                      <a:pt x="937" y="1223"/>
                      <a:pt x="1222" y="964"/>
                      <a:pt x="1258" y="616"/>
                    </a:cubicBezTo>
                    <a:cubicBezTo>
                      <a:pt x="1294" y="313"/>
                      <a:pt x="1079" y="36"/>
                      <a:pt x="7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4"/>
              <p:cNvSpPr/>
              <p:nvPr/>
            </p:nvSpPr>
            <p:spPr>
              <a:xfrm>
                <a:off x="3479026" y="4477207"/>
                <a:ext cx="1165184" cy="345861"/>
              </a:xfrm>
              <a:custGeom>
                <a:avLst/>
                <a:gdLst/>
                <a:ahLst/>
                <a:cxnLst/>
                <a:rect l="l" t="t" r="r" b="b"/>
                <a:pathLst>
                  <a:path w="8298" h="2463" extrusionOk="0">
                    <a:moveTo>
                      <a:pt x="8297" y="1"/>
                    </a:moveTo>
                    <a:lnTo>
                      <a:pt x="1" y="2463"/>
                    </a:lnTo>
                    <a:lnTo>
                      <a:pt x="7824" y="2463"/>
                    </a:lnTo>
                    <a:lnTo>
                      <a:pt x="8297" y="1"/>
                    </a:lnTo>
                    <a:close/>
                  </a:path>
                </a:pathLst>
              </a:custGeom>
              <a:solidFill>
                <a:srgbClr val="1A2E3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3" name="Google Shape;193;p24"/>
            <p:cNvGrpSpPr/>
            <p:nvPr/>
          </p:nvGrpSpPr>
          <p:grpSpPr>
            <a:xfrm>
              <a:off x="2451182" y="2681588"/>
              <a:ext cx="673200" cy="489219"/>
              <a:chOff x="2800682" y="1686943"/>
              <a:chExt cx="464724" cy="337719"/>
            </a:xfrm>
          </p:grpSpPr>
          <p:sp>
            <p:nvSpPr>
              <p:cNvPr id="194" name="Google Shape;194;p24"/>
              <p:cNvSpPr/>
              <p:nvPr/>
            </p:nvSpPr>
            <p:spPr>
              <a:xfrm>
                <a:off x="2802471" y="1689527"/>
                <a:ext cx="456674" cy="332650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47" extrusionOk="0">
                    <a:moveTo>
                      <a:pt x="2338" y="1"/>
                    </a:moveTo>
                    <a:cubicBezTo>
                      <a:pt x="1089" y="1"/>
                      <a:pt x="81" y="750"/>
                      <a:pt x="81" y="1678"/>
                    </a:cubicBezTo>
                    <a:cubicBezTo>
                      <a:pt x="81" y="1937"/>
                      <a:pt x="161" y="2187"/>
                      <a:pt x="304" y="2401"/>
                    </a:cubicBezTo>
                    <a:lnTo>
                      <a:pt x="1" y="3079"/>
                    </a:lnTo>
                    <a:lnTo>
                      <a:pt x="777" y="2882"/>
                    </a:lnTo>
                    <a:cubicBezTo>
                      <a:pt x="1228" y="3186"/>
                      <a:pt x="1756" y="3347"/>
                      <a:pt x="2294" y="3347"/>
                    </a:cubicBezTo>
                    <a:cubicBezTo>
                      <a:pt x="2309" y="3347"/>
                      <a:pt x="2323" y="3347"/>
                      <a:pt x="2338" y="3346"/>
                    </a:cubicBezTo>
                    <a:cubicBezTo>
                      <a:pt x="3587" y="3346"/>
                      <a:pt x="4595" y="2597"/>
                      <a:pt x="4595" y="1678"/>
                    </a:cubicBezTo>
                    <a:cubicBezTo>
                      <a:pt x="4595" y="750"/>
                      <a:pt x="3587" y="1"/>
                      <a:pt x="23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4"/>
              <p:cNvSpPr/>
              <p:nvPr/>
            </p:nvSpPr>
            <p:spPr>
              <a:xfrm>
                <a:off x="2800682" y="1686943"/>
                <a:ext cx="464724" cy="337719"/>
              </a:xfrm>
              <a:custGeom>
                <a:avLst/>
                <a:gdLst/>
                <a:ahLst/>
                <a:cxnLst/>
                <a:rect l="l" t="t" r="r" b="b"/>
                <a:pathLst>
                  <a:path w="4676" h="3398" extrusionOk="0">
                    <a:moveTo>
                      <a:pt x="2386" y="0"/>
                    </a:moveTo>
                    <a:cubicBezTo>
                      <a:pt x="2308" y="0"/>
                      <a:pt x="2230" y="3"/>
                      <a:pt x="2151" y="9"/>
                    </a:cubicBezTo>
                    <a:cubicBezTo>
                      <a:pt x="1901" y="27"/>
                      <a:pt x="1660" y="72"/>
                      <a:pt x="1428" y="152"/>
                    </a:cubicBezTo>
                    <a:cubicBezTo>
                      <a:pt x="1187" y="232"/>
                      <a:pt x="964" y="339"/>
                      <a:pt x="768" y="491"/>
                    </a:cubicBezTo>
                    <a:cubicBezTo>
                      <a:pt x="563" y="634"/>
                      <a:pt x="393" y="821"/>
                      <a:pt x="268" y="1026"/>
                    </a:cubicBezTo>
                    <a:cubicBezTo>
                      <a:pt x="10" y="1463"/>
                      <a:pt x="36" y="2016"/>
                      <a:pt x="322" y="2427"/>
                    </a:cubicBezTo>
                    <a:cubicBezTo>
                      <a:pt x="188" y="2222"/>
                      <a:pt x="117" y="1990"/>
                      <a:pt x="108" y="1740"/>
                    </a:cubicBezTo>
                    <a:cubicBezTo>
                      <a:pt x="99" y="1499"/>
                      <a:pt x="170" y="1258"/>
                      <a:pt x="295" y="1053"/>
                    </a:cubicBezTo>
                    <a:cubicBezTo>
                      <a:pt x="420" y="839"/>
                      <a:pt x="590" y="660"/>
                      <a:pt x="795" y="527"/>
                    </a:cubicBezTo>
                    <a:cubicBezTo>
                      <a:pt x="991" y="384"/>
                      <a:pt x="1205" y="277"/>
                      <a:pt x="1437" y="196"/>
                    </a:cubicBezTo>
                    <a:cubicBezTo>
                      <a:pt x="1669" y="125"/>
                      <a:pt x="1910" y="80"/>
                      <a:pt x="2151" y="63"/>
                    </a:cubicBezTo>
                    <a:cubicBezTo>
                      <a:pt x="2205" y="61"/>
                      <a:pt x="2259" y="60"/>
                      <a:pt x="2313" y="60"/>
                    </a:cubicBezTo>
                    <a:cubicBezTo>
                      <a:pt x="2500" y="60"/>
                      <a:pt x="2687" y="73"/>
                      <a:pt x="2873" y="107"/>
                    </a:cubicBezTo>
                    <a:cubicBezTo>
                      <a:pt x="3114" y="143"/>
                      <a:pt x="3346" y="223"/>
                      <a:pt x="3560" y="321"/>
                    </a:cubicBezTo>
                    <a:cubicBezTo>
                      <a:pt x="3783" y="428"/>
                      <a:pt x="3980" y="562"/>
                      <a:pt x="4149" y="732"/>
                    </a:cubicBezTo>
                    <a:cubicBezTo>
                      <a:pt x="4328" y="901"/>
                      <a:pt x="4452" y="1106"/>
                      <a:pt x="4524" y="1338"/>
                    </a:cubicBezTo>
                    <a:cubicBezTo>
                      <a:pt x="4604" y="1561"/>
                      <a:pt x="4604" y="1811"/>
                      <a:pt x="4533" y="2034"/>
                    </a:cubicBezTo>
                    <a:cubicBezTo>
                      <a:pt x="4470" y="2266"/>
                      <a:pt x="4345" y="2480"/>
                      <a:pt x="4176" y="2650"/>
                    </a:cubicBezTo>
                    <a:cubicBezTo>
                      <a:pt x="4006" y="2819"/>
                      <a:pt x="3810" y="2962"/>
                      <a:pt x="3587" y="3069"/>
                    </a:cubicBezTo>
                    <a:cubicBezTo>
                      <a:pt x="3373" y="3167"/>
                      <a:pt x="3141" y="3247"/>
                      <a:pt x="2900" y="3292"/>
                    </a:cubicBezTo>
                    <a:cubicBezTo>
                      <a:pt x="2721" y="3325"/>
                      <a:pt x="2543" y="3343"/>
                      <a:pt x="2364" y="3343"/>
                    </a:cubicBezTo>
                    <a:cubicBezTo>
                      <a:pt x="2302" y="3343"/>
                      <a:pt x="2240" y="3341"/>
                      <a:pt x="2178" y="3337"/>
                    </a:cubicBezTo>
                    <a:cubicBezTo>
                      <a:pt x="1687" y="3319"/>
                      <a:pt x="1214" y="3167"/>
                      <a:pt x="813" y="2900"/>
                    </a:cubicBezTo>
                    <a:lnTo>
                      <a:pt x="804" y="2891"/>
                    </a:lnTo>
                    <a:lnTo>
                      <a:pt x="795" y="2891"/>
                    </a:lnTo>
                    <a:lnTo>
                      <a:pt x="37" y="3091"/>
                    </a:lnTo>
                    <a:lnTo>
                      <a:pt x="37" y="3091"/>
                    </a:lnTo>
                    <a:lnTo>
                      <a:pt x="322" y="2427"/>
                    </a:lnTo>
                    <a:lnTo>
                      <a:pt x="10" y="3105"/>
                    </a:lnTo>
                    <a:lnTo>
                      <a:pt x="1" y="3114"/>
                    </a:lnTo>
                    <a:lnTo>
                      <a:pt x="19" y="3114"/>
                    </a:lnTo>
                    <a:lnTo>
                      <a:pt x="27" y="3112"/>
                    </a:lnTo>
                    <a:lnTo>
                      <a:pt x="27" y="3112"/>
                    </a:lnTo>
                    <a:lnTo>
                      <a:pt x="28" y="3114"/>
                    </a:lnTo>
                    <a:lnTo>
                      <a:pt x="29" y="3111"/>
                    </a:lnTo>
                    <a:lnTo>
                      <a:pt x="29" y="3111"/>
                    </a:lnTo>
                    <a:lnTo>
                      <a:pt x="791" y="2929"/>
                    </a:lnTo>
                    <a:lnTo>
                      <a:pt x="791" y="2929"/>
                    </a:lnTo>
                    <a:cubicBezTo>
                      <a:pt x="1200" y="3204"/>
                      <a:pt x="1680" y="3364"/>
                      <a:pt x="2178" y="3390"/>
                    </a:cubicBezTo>
                    <a:cubicBezTo>
                      <a:pt x="2248" y="3395"/>
                      <a:pt x="2318" y="3398"/>
                      <a:pt x="2388" y="3398"/>
                    </a:cubicBezTo>
                    <a:cubicBezTo>
                      <a:pt x="2810" y="3398"/>
                      <a:pt x="3233" y="3306"/>
                      <a:pt x="3623" y="3123"/>
                    </a:cubicBezTo>
                    <a:cubicBezTo>
                      <a:pt x="3846" y="3015"/>
                      <a:pt x="4051" y="2873"/>
                      <a:pt x="4220" y="2694"/>
                    </a:cubicBezTo>
                    <a:cubicBezTo>
                      <a:pt x="4399" y="2516"/>
                      <a:pt x="4533" y="2302"/>
                      <a:pt x="4604" y="2061"/>
                    </a:cubicBezTo>
                    <a:cubicBezTo>
                      <a:pt x="4675" y="1820"/>
                      <a:pt x="4675" y="1561"/>
                      <a:pt x="4604" y="1312"/>
                    </a:cubicBezTo>
                    <a:cubicBezTo>
                      <a:pt x="4524" y="1080"/>
                      <a:pt x="4390" y="857"/>
                      <a:pt x="4203" y="687"/>
                    </a:cubicBezTo>
                    <a:cubicBezTo>
                      <a:pt x="4024" y="509"/>
                      <a:pt x="3819" y="366"/>
                      <a:pt x="3596" y="259"/>
                    </a:cubicBezTo>
                    <a:cubicBezTo>
                      <a:pt x="3373" y="161"/>
                      <a:pt x="3132" y="80"/>
                      <a:pt x="2891" y="45"/>
                    </a:cubicBezTo>
                    <a:cubicBezTo>
                      <a:pt x="2721" y="14"/>
                      <a:pt x="2554" y="0"/>
                      <a:pt x="23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4"/>
              <p:cNvSpPr/>
              <p:nvPr/>
            </p:nvSpPr>
            <p:spPr>
              <a:xfrm>
                <a:off x="3116322" y="1832342"/>
                <a:ext cx="46214" cy="4711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74" extrusionOk="0">
                    <a:moveTo>
                      <a:pt x="233" y="0"/>
                    </a:moveTo>
                    <a:cubicBezTo>
                      <a:pt x="108" y="0"/>
                      <a:pt x="1" y="107"/>
                      <a:pt x="1" y="241"/>
                    </a:cubicBezTo>
                    <a:cubicBezTo>
                      <a:pt x="1" y="366"/>
                      <a:pt x="99" y="473"/>
                      <a:pt x="233" y="473"/>
                    </a:cubicBezTo>
                    <a:cubicBezTo>
                      <a:pt x="366" y="473"/>
                      <a:pt x="465" y="366"/>
                      <a:pt x="465" y="241"/>
                    </a:cubicBezTo>
                    <a:cubicBezTo>
                      <a:pt x="465" y="107"/>
                      <a:pt x="366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4"/>
              <p:cNvSpPr/>
              <p:nvPr/>
            </p:nvSpPr>
            <p:spPr>
              <a:xfrm>
                <a:off x="3011771" y="1832342"/>
                <a:ext cx="47009" cy="47110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241" y="0"/>
                    </a:moveTo>
                    <a:cubicBezTo>
                      <a:pt x="107" y="0"/>
                      <a:pt x="0" y="107"/>
                      <a:pt x="0" y="241"/>
                    </a:cubicBezTo>
                    <a:cubicBezTo>
                      <a:pt x="0" y="366"/>
                      <a:pt x="107" y="473"/>
                      <a:pt x="241" y="473"/>
                    </a:cubicBezTo>
                    <a:cubicBezTo>
                      <a:pt x="366" y="473"/>
                      <a:pt x="473" y="366"/>
                      <a:pt x="473" y="241"/>
                    </a:cubicBezTo>
                    <a:cubicBezTo>
                      <a:pt x="473" y="107"/>
                      <a:pt x="366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4"/>
              <p:cNvSpPr/>
              <p:nvPr/>
            </p:nvSpPr>
            <p:spPr>
              <a:xfrm>
                <a:off x="2908015" y="1832342"/>
                <a:ext cx="46214" cy="4711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74" extrusionOk="0">
                    <a:moveTo>
                      <a:pt x="232" y="0"/>
                    </a:moveTo>
                    <a:cubicBezTo>
                      <a:pt x="107" y="0"/>
                      <a:pt x="0" y="107"/>
                      <a:pt x="0" y="241"/>
                    </a:cubicBezTo>
                    <a:cubicBezTo>
                      <a:pt x="0" y="366"/>
                      <a:pt x="98" y="473"/>
                      <a:pt x="232" y="473"/>
                    </a:cubicBezTo>
                    <a:cubicBezTo>
                      <a:pt x="366" y="473"/>
                      <a:pt x="464" y="366"/>
                      <a:pt x="464" y="241"/>
                    </a:cubicBezTo>
                    <a:cubicBezTo>
                      <a:pt x="464" y="107"/>
                      <a:pt x="366" y="0"/>
                      <a:pt x="2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9" name="Google Shape;199;p24"/>
          <p:cNvGrpSpPr/>
          <p:nvPr/>
        </p:nvGrpSpPr>
        <p:grpSpPr>
          <a:xfrm>
            <a:off x="598308" y="1038142"/>
            <a:ext cx="1940503" cy="1460153"/>
            <a:chOff x="598313" y="965199"/>
            <a:chExt cx="1563157" cy="1221272"/>
          </a:xfrm>
        </p:grpSpPr>
        <p:grpSp>
          <p:nvGrpSpPr>
            <p:cNvPr id="200" name="Google Shape;200;p24"/>
            <p:cNvGrpSpPr/>
            <p:nvPr/>
          </p:nvGrpSpPr>
          <p:grpSpPr>
            <a:xfrm>
              <a:off x="598313" y="1408393"/>
              <a:ext cx="1083704" cy="778078"/>
              <a:chOff x="6983237" y="2696293"/>
              <a:chExt cx="320480" cy="230099"/>
            </a:xfrm>
          </p:grpSpPr>
          <p:sp>
            <p:nvSpPr>
              <p:cNvPr id="201" name="Google Shape;201;p24"/>
              <p:cNvSpPr/>
              <p:nvPr/>
            </p:nvSpPr>
            <p:spPr>
              <a:xfrm>
                <a:off x="6983237" y="2696293"/>
                <a:ext cx="320480" cy="230099"/>
              </a:xfrm>
              <a:custGeom>
                <a:avLst/>
                <a:gdLst/>
                <a:ahLst/>
                <a:cxnLst/>
                <a:rect l="l" t="t" r="r" b="b"/>
                <a:pathLst>
                  <a:path w="8003" h="5746" extrusionOk="0">
                    <a:moveTo>
                      <a:pt x="1" y="0"/>
                    </a:moveTo>
                    <a:lnTo>
                      <a:pt x="1" y="5745"/>
                    </a:lnTo>
                    <a:lnTo>
                      <a:pt x="8003" y="5745"/>
                    </a:lnTo>
                    <a:lnTo>
                      <a:pt x="8003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4"/>
              <p:cNvSpPr/>
              <p:nvPr/>
            </p:nvSpPr>
            <p:spPr>
              <a:xfrm>
                <a:off x="6983237" y="2696293"/>
                <a:ext cx="320480" cy="28232"/>
              </a:xfrm>
              <a:custGeom>
                <a:avLst/>
                <a:gdLst/>
                <a:ahLst/>
                <a:cxnLst/>
                <a:rect l="l" t="t" r="r" b="b"/>
                <a:pathLst>
                  <a:path w="8003" h="705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8003" y="705"/>
                    </a:lnTo>
                    <a:lnTo>
                      <a:pt x="8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4"/>
              <p:cNvSpPr/>
              <p:nvPr/>
            </p:nvSpPr>
            <p:spPr>
              <a:xfrm>
                <a:off x="6995370" y="2703421"/>
                <a:ext cx="13976" cy="14336"/>
              </a:xfrm>
              <a:custGeom>
                <a:avLst/>
                <a:gdLst/>
                <a:ahLst/>
                <a:cxnLst/>
                <a:rect l="l" t="t" r="r" b="b"/>
                <a:pathLst>
                  <a:path w="349" h="358" extrusionOk="0">
                    <a:moveTo>
                      <a:pt x="179" y="1"/>
                    </a:moveTo>
                    <a:cubicBezTo>
                      <a:pt x="81" y="1"/>
                      <a:pt x="1" y="81"/>
                      <a:pt x="1" y="179"/>
                    </a:cubicBezTo>
                    <a:cubicBezTo>
                      <a:pt x="1" y="277"/>
                      <a:pt x="81" y="357"/>
                      <a:pt x="179" y="357"/>
                    </a:cubicBezTo>
                    <a:cubicBezTo>
                      <a:pt x="268" y="357"/>
                      <a:pt x="349" y="277"/>
                      <a:pt x="349" y="179"/>
                    </a:cubicBezTo>
                    <a:cubicBezTo>
                      <a:pt x="349" y="81"/>
                      <a:pt x="268" y="1"/>
                      <a:pt x="1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4"/>
              <p:cNvSpPr/>
              <p:nvPr/>
            </p:nvSpPr>
            <p:spPr>
              <a:xfrm>
                <a:off x="7023962" y="2703421"/>
                <a:ext cx="14336" cy="14336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58" extrusionOk="0">
                    <a:moveTo>
                      <a:pt x="179" y="1"/>
                    </a:moveTo>
                    <a:cubicBezTo>
                      <a:pt x="81" y="1"/>
                      <a:pt x="1" y="81"/>
                      <a:pt x="1" y="179"/>
                    </a:cubicBezTo>
                    <a:cubicBezTo>
                      <a:pt x="1" y="277"/>
                      <a:pt x="81" y="357"/>
                      <a:pt x="179" y="357"/>
                    </a:cubicBezTo>
                    <a:cubicBezTo>
                      <a:pt x="277" y="357"/>
                      <a:pt x="357" y="277"/>
                      <a:pt x="357" y="179"/>
                    </a:cubicBezTo>
                    <a:cubicBezTo>
                      <a:pt x="357" y="81"/>
                      <a:pt x="277" y="1"/>
                      <a:pt x="1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4"/>
              <p:cNvSpPr/>
              <p:nvPr/>
            </p:nvSpPr>
            <p:spPr>
              <a:xfrm>
                <a:off x="7052914" y="2703421"/>
                <a:ext cx="14296" cy="14336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58" extrusionOk="0">
                    <a:moveTo>
                      <a:pt x="179" y="1"/>
                    </a:moveTo>
                    <a:cubicBezTo>
                      <a:pt x="80" y="1"/>
                      <a:pt x="0" y="81"/>
                      <a:pt x="0" y="179"/>
                    </a:cubicBezTo>
                    <a:cubicBezTo>
                      <a:pt x="0" y="277"/>
                      <a:pt x="80" y="357"/>
                      <a:pt x="179" y="357"/>
                    </a:cubicBezTo>
                    <a:cubicBezTo>
                      <a:pt x="277" y="357"/>
                      <a:pt x="357" y="277"/>
                      <a:pt x="357" y="179"/>
                    </a:cubicBezTo>
                    <a:cubicBezTo>
                      <a:pt x="357" y="81"/>
                      <a:pt x="277" y="1"/>
                      <a:pt x="1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6" name="Google Shape;206;p24"/>
              <p:cNvGrpSpPr/>
              <p:nvPr/>
            </p:nvGrpSpPr>
            <p:grpSpPr>
              <a:xfrm>
                <a:off x="7012189" y="2768452"/>
                <a:ext cx="244390" cy="122935"/>
                <a:chOff x="7012189" y="2768452"/>
                <a:chExt cx="244390" cy="122935"/>
              </a:xfrm>
            </p:grpSpPr>
            <p:sp>
              <p:nvSpPr>
                <p:cNvPr id="207" name="Google Shape;207;p24"/>
                <p:cNvSpPr/>
                <p:nvPr/>
              </p:nvSpPr>
              <p:spPr>
                <a:xfrm>
                  <a:off x="7190785" y="2768452"/>
                  <a:ext cx="65794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3" h="99" extrusionOk="0">
                      <a:moveTo>
                        <a:pt x="1" y="0"/>
                      </a:moveTo>
                      <a:lnTo>
                        <a:pt x="1" y="98"/>
                      </a:lnTo>
                      <a:lnTo>
                        <a:pt x="1642" y="98"/>
                      </a:lnTo>
                      <a:lnTo>
                        <a:pt x="164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" name="Google Shape;208;p24"/>
                <p:cNvSpPr/>
                <p:nvPr/>
              </p:nvSpPr>
              <p:spPr>
                <a:xfrm>
                  <a:off x="7040019" y="2778463"/>
                  <a:ext cx="101874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4" h="99" extrusionOk="0">
                      <a:moveTo>
                        <a:pt x="1" y="0"/>
                      </a:moveTo>
                      <a:lnTo>
                        <a:pt x="1" y="98"/>
                      </a:lnTo>
                      <a:lnTo>
                        <a:pt x="2543" y="98"/>
                      </a:lnTo>
                      <a:lnTo>
                        <a:pt x="254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" name="Google Shape;209;p24"/>
                <p:cNvSpPr/>
                <p:nvPr/>
              </p:nvSpPr>
              <p:spPr>
                <a:xfrm>
                  <a:off x="7161153" y="2818828"/>
                  <a:ext cx="32517" cy="3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" h="90" extrusionOk="0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812" y="89"/>
                      </a:lnTo>
                      <a:lnTo>
                        <a:pt x="8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210;p24"/>
                <p:cNvSpPr/>
                <p:nvPr/>
              </p:nvSpPr>
              <p:spPr>
                <a:xfrm>
                  <a:off x="7030048" y="2808817"/>
                  <a:ext cx="74324" cy="3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6" h="90" extrusionOk="0">
                      <a:moveTo>
                        <a:pt x="0" y="0"/>
                      </a:moveTo>
                      <a:lnTo>
                        <a:pt x="0" y="90"/>
                      </a:lnTo>
                      <a:lnTo>
                        <a:pt x="1856" y="90"/>
                      </a:lnTo>
                      <a:lnTo>
                        <a:pt x="185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211;p24"/>
                <p:cNvSpPr/>
                <p:nvPr/>
              </p:nvSpPr>
              <p:spPr>
                <a:xfrm>
                  <a:off x="7180093" y="2798445"/>
                  <a:ext cx="51818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4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1294" y="99"/>
                      </a:lnTo>
                      <a:lnTo>
                        <a:pt x="129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24"/>
                <p:cNvSpPr/>
                <p:nvPr/>
              </p:nvSpPr>
              <p:spPr>
                <a:xfrm>
                  <a:off x="7097923" y="2788434"/>
                  <a:ext cx="95427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2382" y="99"/>
                      </a:lnTo>
                      <a:lnTo>
                        <a:pt x="238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" name="Google Shape;213;p24"/>
                <p:cNvSpPr/>
                <p:nvPr/>
              </p:nvSpPr>
              <p:spPr>
                <a:xfrm>
                  <a:off x="7012189" y="2798445"/>
                  <a:ext cx="10372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259" y="99"/>
                      </a:lnTo>
                      <a:lnTo>
                        <a:pt x="25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" name="Google Shape;214;p24"/>
                <p:cNvSpPr/>
                <p:nvPr/>
              </p:nvSpPr>
              <p:spPr>
                <a:xfrm>
                  <a:off x="7040019" y="2838810"/>
                  <a:ext cx="17900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99" extrusionOk="0">
                      <a:moveTo>
                        <a:pt x="1" y="1"/>
                      </a:moveTo>
                      <a:lnTo>
                        <a:pt x="1" y="99"/>
                      </a:lnTo>
                      <a:lnTo>
                        <a:pt x="447" y="99"/>
                      </a:lnTo>
                      <a:lnTo>
                        <a:pt x="4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24"/>
                <p:cNvSpPr/>
                <p:nvPr/>
              </p:nvSpPr>
              <p:spPr>
                <a:xfrm>
                  <a:off x="7022520" y="2828799"/>
                  <a:ext cx="10412" cy="4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" h="100" extrusionOk="0">
                      <a:moveTo>
                        <a:pt x="1" y="1"/>
                      </a:moveTo>
                      <a:lnTo>
                        <a:pt x="1" y="99"/>
                      </a:lnTo>
                      <a:lnTo>
                        <a:pt x="260" y="99"/>
                      </a:lnTo>
                      <a:lnTo>
                        <a:pt x="26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16;p24"/>
                <p:cNvSpPr/>
                <p:nvPr/>
              </p:nvSpPr>
              <p:spPr>
                <a:xfrm>
                  <a:off x="7040019" y="2857390"/>
                  <a:ext cx="101874" cy="3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4" h="90" extrusionOk="0">
                      <a:moveTo>
                        <a:pt x="1" y="1"/>
                      </a:moveTo>
                      <a:lnTo>
                        <a:pt x="1" y="90"/>
                      </a:lnTo>
                      <a:lnTo>
                        <a:pt x="2543" y="90"/>
                      </a:lnTo>
                      <a:lnTo>
                        <a:pt x="254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217;p24"/>
                <p:cNvSpPr/>
                <p:nvPr/>
              </p:nvSpPr>
              <p:spPr>
                <a:xfrm>
                  <a:off x="7030048" y="2887743"/>
                  <a:ext cx="74324" cy="3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6" h="91" extrusionOk="0">
                      <a:moveTo>
                        <a:pt x="0" y="1"/>
                      </a:moveTo>
                      <a:lnTo>
                        <a:pt x="0" y="90"/>
                      </a:lnTo>
                      <a:lnTo>
                        <a:pt x="1856" y="90"/>
                      </a:lnTo>
                      <a:lnTo>
                        <a:pt x="185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218;p24"/>
                <p:cNvSpPr/>
                <p:nvPr/>
              </p:nvSpPr>
              <p:spPr>
                <a:xfrm>
                  <a:off x="7097923" y="2867401"/>
                  <a:ext cx="95427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" h="99" extrusionOk="0">
                      <a:moveTo>
                        <a:pt x="0" y="0"/>
                      </a:moveTo>
                      <a:lnTo>
                        <a:pt x="0" y="99"/>
                      </a:lnTo>
                      <a:lnTo>
                        <a:pt x="2382" y="99"/>
                      </a:lnTo>
                      <a:lnTo>
                        <a:pt x="238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" name="Google Shape;219;p24"/>
                <p:cNvSpPr/>
                <p:nvPr/>
              </p:nvSpPr>
              <p:spPr>
                <a:xfrm>
                  <a:off x="7012189" y="2877412"/>
                  <a:ext cx="10372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259" y="98"/>
                      </a:lnTo>
                      <a:lnTo>
                        <a:pt x="2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0" name="Google Shape;220;p24"/>
              <p:cNvGrpSpPr/>
              <p:nvPr/>
            </p:nvGrpSpPr>
            <p:grpSpPr>
              <a:xfrm>
                <a:off x="7030048" y="2768452"/>
                <a:ext cx="244391" cy="132906"/>
                <a:chOff x="7030048" y="2768452"/>
                <a:chExt cx="244391" cy="132906"/>
              </a:xfrm>
            </p:grpSpPr>
            <p:sp>
              <p:nvSpPr>
                <p:cNvPr id="221" name="Google Shape;221;p24"/>
                <p:cNvSpPr/>
                <p:nvPr/>
              </p:nvSpPr>
              <p:spPr>
                <a:xfrm>
                  <a:off x="7163996" y="2768452"/>
                  <a:ext cx="22545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" h="99" extrusionOk="0">
                      <a:moveTo>
                        <a:pt x="1" y="0"/>
                      </a:moveTo>
                      <a:lnTo>
                        <a:pt x="1" y="98"/>
                      </a:lnTo>
                      <a:lnTo>
                        <a:pt x="563" y="98"/>
                      </a:lnTo>
                      <a:lnTo>
                        <a:pt x="56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" name="Google Shape;222;p24"/>
                <p:cNvSpPr/>
                <p:nvPr/>
              </p:nvSpPr>
              <p:spPr>
                <a:xfrm>
                  <a:off x="7040019" y="2788434"/>
                  <a:ext cx="52219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4" h="99" extrusionOk="0">
                      <a:moveTo>
                        <a:pt x="1" y="1"/>
                      </a:moveTo>
                      <a:lnTo>
                        <a:pt x="1" y="99"/>
                      </a:lnTo>
                      <a:lnTo>
                        <a:pt x="1303" y="99"/>
                      </a:lnTo>
                      <a:lnTo>
                        <a:pt x="130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" name="Google Shape;223;p24"/>
                <p:cNvSpPr/>
                <p:nvPr/>
              </p:nvSpPr>
              <p:spPr>
                <a:xfrm>
                  <a:off x="7030048" y="2818828"/>
                  <a:ext cx="124340" cy="3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5" h="90" extrusionOk="0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3105" y="89"/>
                      </a:lnTo>
                      <a:lnTo>
                        <a:pt x="310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" name="Google Shape;224;p24"/>
                <p:cNvSpPr/>
                <p:nvPr/>
              </p:nvSpPr>
              <p:spPr>
                <a:xfrm>
                  <a:off x="7188663" y="2778463"/>
                  <a:ext cx="85776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2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2141" y="98"/>
                      </a:lnTo>
                      <a:lnTo>
                        <a:pt x="214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" name="Google Shape;225;p24"/>
                <p:cNvSpPr/>
                <p:nvPr/>
              </p:nvSpPr>
              <p:spPr>
                <a:xfrm>
                  <a:off x="7162915" y="2838810"/>
                  <a:ext cx="81492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5" h="99" extrusionOk="0">
                      <a:moveTo>
                        <a:pt x="1" y="1"/>
                      </a:moveTo>
                      <a:lnTo>
                        <a:pt x="1" y="99"/>
                      </a:lnTo>
                      <a:lnTo>
                        <a:pt x="2035" y="99"/>
                      </a:lnTo>
                      <a:lnTo>
                        <a:pt x="203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" name="Google Shape;226;p24"/>
                <p:cNvSpPr/>
                <p:nvPr/>
              </p:nvSpPr>
              <p:spPr>
                <a:xfrm>
                  <a:off x="7106132" y="2828799"/>
                  <a:ext cx="70399" cy="4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8" h="100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1758" y="99"/>
                      </a:lnTo>
                      <a:lnTo>
                        <a:pt x="175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227;p24"/>
                <p:cNvSpPr/>
                <p:nvPr/>
              </p:nvSpPr>
              <p:spPr>
                <a:xfrm>
                  <a:off x="7190785" y="2808817"/>
                  <a:ext cx="74003" cy="3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8" h="90" extrusionOk="0">
                      <a:moveTo>
                        <a:pt x="1" y="0"/>
                      </a:moveTo>
                      <a:lnTo>
                        <a:pt x="1" y="90"/>
                      </a:lnTo>
                      <a:lnTo>
                        <a:pt x="1847" y="90"/>
                      </a:lnTo>
                      <a:lnTo>
                        <a:pt x="184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228;p24"/>
                <p:cNvSpPr/>
                <p:nvPr/>
              </p:nvSpPr>
              <p:spPr>
                <a:xfrm>
                  <a:off x="7097202" y="2798445"/>
                  <a:ext cx="75044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4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1874" y="99"/>
                      </a:lnTo>
                      <a:lnTo>
                        <a:pt x="187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" name="Google Shape;229;p24"/>
                <p:cNvSpPr/>
                <p:nvPr/>
              </p:nvSpPr>
              <p:spPr>
                <a:xfrm>
                  <a:off x="7040019" y="2867401"/>
                  <a:ext cx="52219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4" h="99" extrusionOk="0">
                      <a:moveTo>
                        <a:pt x="1" y="0"/>
                      </a:moveTo>
                      <a:lnTo>
                        <a:pt x="1" y="99"/>
                      </a:lnTo>
                      <a:lnTo>
                        <a:pt x="1303" y="99"/>
                      </a:lnTo>
                      <a:lnTo>
                        <a:pt x="130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230;p24"/>
                <p:cNvSpPr/>
                <p:nvPr/>
              </p:nvSpPr>
              <p:spPr>
                <a:xfrm>
                  <a:off x="7030048" y="2897754"/>
                  <a:ext cx="124340" cy="3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5" h="90" extrusionOk="0">
                      <a:moveTo>
                        <a:pt x="0" y="1"/>
                      </a:moveTo>
                      <a:lnTo>
                        <a:pt x="0" y="90"/>
                      </a:lnTo>
                      <a:lnTo>
                        <a:pt x="3105" y="90"/>
                      </a:lnTo>
                      <a:lnTo>
                        <a:pt x="310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231;p24"/>
                <p:cNvSpPr/>
                <p:nvPr/>
              </p:nvSpPr>
              <p:spPr>
                <a:xfrm>
                  <a:off x="7188663" y="2857390"/>
                  <a:ext cx="85776" cy="3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2" h="90" extrusionOk="0">
                      <a:moveTo>
                        <a:pt x="0" y="1"/>
                      </a:moveTo>
                      <a:lnTo>
                        <a:pt x="0" y="90"/>
                      </a:lnTo>
                      <a:lnTo>
                        <a:pt x="2141" y="90"/>
                      </a:lnTo>
                      <a:lnTo>
                        <a:pt x="214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232;p24"/>
                <p:cNvSpPr/>
                <p:nvPr/>
              </p:nvSpPr>
              <p:spPr>
                <a:xfrm>
                  <a:off x="7097202" y="2877412"/>
                  <a:ext cx="75044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4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1874" y="98"/>
                      </a:lnTo>
                      <a:lnTo>
                        <a:pt x="1874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3" name="Google Shape;233;p24"/>
              <p:cNvGrpSpPr/>
              <p:nvPr/>
            </p:nvGrpSpPr>
            <p:grpSpPr>
              <a:xfrm>
                <a:off x="7012189" y="2768452"/>
                <a:ext cx="250436" cy="122935"/>
                <a:chOff x="7012189" y="2768452"/>
                <a:chExt cx="250436" cy="122935"/>
              </a:xfrm>
            </p:grpSpPr>
            <p:sp>
              <p:nvSpPr>
                <p:cNvPr id="234" name="Google Shape;234;p24"/>
                <p:cNvSpPr/>
                <p:nvPr/>
              </p:nvSpPr>
              <p:spPr>
                <a:xfrm>
                  <a:off x="7012189" y="2768452"/>
                  <a:ext cx="10372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259" y="98"/>
                      </a:lnTo>
                      <a:lnTo>
                        <a:pt x="25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35;p24"/>
                <p:cNvSpPr/>
                <p:nvPr/>
              </p:nvSpPr>
              <p:spPr>
                <a:xfrm>
                  <a:off x="7030048" y="2768452"/>
                  <a:ext cx="127543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5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3185" y="98"/>
                      </a:lnTo>
                      <a:lnTo>
                        <a:pt x="3185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" name="Google Shape;236;p24"/>
                <p:cNvSpPr/>
                <p:nvPr/>
              </p:nvSpPr>
              <p:spPr>
                <a:xfrm>
                  <a:off x="7198273" y="2818828"/>
                  <a:ext cx="19702" cy="3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" h="90" extrusionOk="0">
                      <a:moveTo>
                        <a:pt x="1" y="0"/>
                      </a:moveTo>
                      <a:lnTo>
                        <a:pt x="1" y="89"/>
                      </a:lnTo>
                      <a:lnTo>
                        <a:pt x="492" y="89"/>
                      </a:lnTo>
                      <a:lnTo>
                        <a:pt x="492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37;p24"/>
                <p:cNvSpPr/>
                <p:nvPr/>
              </p:nvSpPr>
              <p:spPr>
                <a:xfrm>
                  <a:off x="7022520" y="2778463"/>
                  <a:ext cx="10412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" h="99" extrusionOk="0">
                      <a:moveTo>
                        <a:pt x="1" y="0"/>
                      </a:moveTo>
                      <a:lnTo>
                        <a:pt x="1" y="98"/>
                      </a:lnTo>
                      <a:lnTo>
                        <a:pt x="260" y="98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" name="Google Shape;238;p24"/>
                <p:cNvSpPr/>
                <p:nvPr/>
              </p:nvSpPr>
              <p:spPr>
                <a:xfrm>
                  <a:off x="7146857" y="2778463"/>
                  <a:ext cx="37562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8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937" y="98"/>
                      </a:lnTo>
                      <a:lnTo>
                        <a:pt x="93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39;p24"/>
                <p:cNvSpPr/>
                <p:nvPr/>
              </p:nvSpPr>
              <p:spPr>
                <a:xfrm>
                  <a:off x="7229388" y="2788434"/>
                  <a:ext cx="33237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0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830" y="99"/>
                      </a:lnTo>
                      <a:lnTo>
                        <a:pt x="83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" name="Google Shape;240;p24"/>
                <p:cNvSpPr/>
                <p:nvPr/>
              </p:nvSpPr>
              <p:spPr>
                <a:xfrm>
                  <a:off x="7022520" y="2788434"/>
                  <a:ext cx="10412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" h="99" extrusionOk="0">
                      <a:moveTo>
                        <a:pt x="1" y="1"/>
                      </a:moveTo>
                      <a:lnTo>
                        <a:pt x="1" y="99"/>
                      </a:lnTo>
                      <a:lnTo>
                        <a:pt x="260" y="99"/>
                      </a:lnTo>
                      <a:lnTo>
                        <a:pt x="2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41;p24"/>
                <p:cNvSpPr/>
                <p:nvPr/>
              </p:nvSpPr>
              <p:spPr>
                <a:xfrm>
                  <a:off x="7030048" y="2798445"/>
                  <a:ext cx="61109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6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1526" y="99"/>
                      </a:lnTo>
                      <a:lnTo>
                        <a:pt x="152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" name="Google Shape;242;p24"/>
                <p:cNvSpPr/>
                <p:nvPr/>
              </p:nvSpPr>
              <p:spPr>
                <a:xfrm>
                  <a:off x="7040019" y="2828799"/>
                  <a:ext cx="61149" cy="4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7" h="100" extrusionOk="0">
                      <a:moveTo>
                        <a:pt x="1" y="1"/>
                      </a:moveTo>
                      <a:lnTo>
                        <a:pt x="1" y="99"/>
                      </a:lnTo>
                      <a:lnTo>
                        <a:pt x="1526" y="99"/>
                      </a:lnTo>
                      <a:lnTo>
                        <a:pt x="152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" name="Google Shape;243;p24"/>
                <p:cNvSpPr/>
                <p:nvPr/>
              </p:nvSpPr>
              <p:spPr>
                <a:xfrm>
                  <a:off x="7095040" y="2838810"/>
                  <a:ext cx="62550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2" h="99" extrusionOk="0">
                      <a:moveTo>
                        <a:pt x="1" y="1"/>
                      </a:moveTo>
                      <a:lnTo>
                        <a:pt x="1" y="99"/>
                      </a:lnTo>
                      <a:lnTo>
                        <a:pt x="1562" y="99"/>
                      </a:lnTo>
                      <a:lnTo>
                        <a:pt x="156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" name="Google Shape;244;p24"/>
                <p:cNvSpPr/>
                <p:nvPr/>
              </p:nvSpPr>
              <p:spPr>
                <a:xfrm>
                  <a:off x="7108254" y="2808817"/>
                  <a:ext cx="78288" cy="3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" h="90" extrusionOk="0">
                      <a:moveTo>
                        <a:pt x="1" y="0"/>
                      </a:moveTo>
                      <a:lnTo>
                        <a:pt x="1" y="90"/>
                      </a:lnTo>
                      <a:lnTo>
                        <a:pt x="1955" y="90"/>
                      </a:lnTo>
                      <a:lnTo>
                        <a:pt x="1955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" name="Google Shape;245;p24"/>
                <p:cNvSpPr/>
                <p:nvPr/>
              </p:nvSpPr>
              <p:spPr>
                <a:xfrm>
                  <a:off x="7012189" y="2808817"/>
                  <a:ext cx="10372" cy="3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90" extrusionOk="0">
                      <a:moveTo>
                        <a:pt x="0" y="0"/>
                      </a:moveTo>
                      <a:lnTo>
                        <a:pt x="0" y="90"/>
                      </a:lnTo>
                      <a:lnTo>
                        <a:pt x="259" y="90"/>
                      </a:lnTo>
                      <a:lnTo>
                        <a:pt x="25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46;p24"/>
                <p:cNvSpPr/>
                <p:nvPr/>
              </p:nvSpPr>
              <p:spPr>
                <a:xfrm>
                  <a:off x="7012189" y="2818828"/>
                  <a:ext cx="10372" cy="3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90" extrusionOk="0">
                      <a:moveTo>
                        <a:pt x="0" y="0"/>
                      </a:moveTo>
                      <a:lnTo>
                        <a:pt x="0" y="89"/>
                      </a:lnTo>
                      <a:lnTo>
                        <a:pt x="259" y="89"/>
                      </a:lnTo>
                      <a:lnTo>
                        <a:pt x="25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" name="Google Shape;247;p24"/>
                <p:cNvSpPr/>
                <p:nvPr/>
              </p:nvSpPr>
              <p:spPr>
                <a:xfrm>
                  <a:off x="7022520" y="2838810"/>
                  <a:ext cx="10412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" h="99" extrusionOk="0">
                      <a:moveTo>
                        <a:pt x="1" y="1"/>
                      </a:moveTo>
                      <a:lnTo>
                        <a:pt x="1" y="99"/>
                      </a:lnTo>
                      <a:lnTo>
                        <a:pt x="260" y="99"/>
                      </a:lnTo>
                      <a:lnTo>
                        <a:pt x="2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48;p24"/>
                <p:cNvSpPr/>
                <p:nvPr/>
              </p:nvSpPr>
              <p:spPr>
                <a:xfrm>
                  <a:off x="7012189" y="2847379"/>
                  <a:ext cx="10372" cy="3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90" extrusionOk="0">
                      <a:moveTo>
                        <a:pt x="0" y="1"/>
                      </a:moveTo>
                      <a:lnTo>
                        <a:pt x="0" y="90"/>
                      </a:lnTo>
                      <a:lnTo>
                        <a:pt x="259" y="90"/>
                      </a:lnTo>
                      <a:lnTo>
                        <a:pt x="25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" name="Google Shape;249;p24"/>
                <p:cNvSpPr/>
                <p:nvPr/>
              </p:nvSpPr>
              <p:spPr>
                <a:xfrm>
                  <a:off x="7030048" y="2847379"/>
                  <a:ext cx="145083" cy="3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3" h="90" extrusionOk="0">
                      <a:moveTo>
                        <a:pt x="0" y="1"/>
                      </a:moveTo>
                      <a:lnTo>
                        <a:pt x="0" y="90"/>
                      </a:lnTo>
                      <a:lnTo>
                        <a:pt x="3622" y="90"/>
                      </a:lnTo>
                      <a:lnTo>
                        <a:pt x="362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50;p24"/>
                <p:cNvSpPr/>
                <p:nvPr/>
              </p:nvSpPr>
              <p:spPr>
                <a:xfrm>
                  <a:off x="7022520" y="2857390"/>
                  <a:ext cx="10412" cy="3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" h="90" extrusionOk="0">
                      <a:moveTo>
                        <a:pt x="1" y="1"/>
                      </a:moveTo>
                      <a:lnTo>
                        <a:pt x="1" y="90"/>
                      </a:lnTo>
                      <a:lnTo>
                        <a:pt x="260" y="90"/>
                      </a:lnTo>
                      <a:lnTo>
                        <a:pt x="2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" name="Google Shape;251;p24"/>
                <p:cNvSpPr/>
                <p:nvPr/>
              </p:nvSpPr>
              <p:spPr>
                <a:xfrm>
                  <a:off x="7146857" y="2857390"/>
                  <a:ext cx="37562" cy="3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8" h="90" extrusionOk="0">
                      <a:moveTo>
                        <a:pt x="0" y="1"/>
                      </a:moveTo>
                      <a:lnTo>
                        <a:pt x="0" y="90"/>
                      </a:lnTo>
                      <a:lnTo>
                        <a:pt x="937" y="90"/>
                      </a:lnTo>
                      <a:lnTo>
                        <a:pt x="93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" name="Google Shape;252;p24"/>
                <p:cNvSpPr/>
                <p:nvPr/>
              </p:nvSpPr>
              <p:spPr>
                <a:xfrm>
                  <a:off x="7229388" y="2867401"/>
                  <a:ext cx="33237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0" h="99" extrusionOk="0">
                      <a:moveTo>
                        <a:pt x="0" y="0"/>
                      </a:moveTo>
                      <a:lnTo>
                        <a:pt x="0" y="99"/>
                      </a:lnTo>
                      <a:lnTo>
                        <a:pt x="830" y="99"/>
                      </a:lnTo>
                      <a:lnTo>
                        <a:pt x="83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" name="Google Shape;253;p24"/>
                <p:cNvSpPr/>
                <p:nvPr/>
              </p:nvSpPr>
              <p:spPr>
                <a:xfrm>
                  <a:off x="7022520" y="2867401"/>
                  <a:ext cx="10412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" h="99" extrusionOk="0">
                      <a:moveTo>
                        <a:pt x="1" y="0"/>
                      </a:moveTo>
                      <a:lnTo>
                        <a:pt x="1" y="99"/>
                      </a:lnTo>
                      <a:lnTo>
                        <a:pt x="260" y="99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" name="Google Shape;254;p24"/>
                <p:cNvSpPr/>
                <p:nvPr/>
              </p:nvSpPr>
              <p:spPr>
                <a:xfrm>
                  <a:off x="7030048" y="2877412"/>
                  <a:ext cx="61109" cy="3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6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1526" y="98"/>
                      </a:lnTo>
                      <a:lnTo>
                        <a:pt x="152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255;p24"/>
                <p:cNvSpPr/>
                <p:nvPr/>
              </p:nvSpPr>
              <p:spPr>
                <a:xfrm>
                  <a:off x="7108254" y="2887743"/>
                  <a:ext cx="78288" cy="3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" h="91" extrusionOk="0">
                      <a:moveTo>
                        <a:pt x="1" y="1"/>
                      </a:moveTo>
                      <a:lnTo>
                        <a:pt x="1" y="90"/>
                      </a:lnTo>
                      <a:lnTo>
                        <a:pt x="1955" y="90"/>
                      </a:lnTo>
                      <a:lnTo>
                        <a:pt x="195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56;p24"/>
                <p:cNvSpPr/>
                <p:nvPr/>
              </p:nvSpPr>
              <p:spPr>
                <a:xfrm>
                  <a:off x="7012189" y="2887743"/>
                  <a:ext cx="10372" cy="3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91" extrusionOk="0">
                      <a:moveTo>
                        <a:pt x="0" y="1"/>
                      </a:moveTo>
                      <a:lnTo>
                        <a:pt x="0" y="90"/>
                      </a:lnTo>
                      <a:lnTo>
                        <a:pt x="259" y="90"/>
                      </a:lnTo>
                      <a:lnTo>
                        <a:pt x="25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7" name="Google Shape;257;p24"/>
              <p:cNvGrpSpPr/>
              <p:nvPr/>
            </p:nvGrpSpPr>
            <p:grpSpPr>
              <a:xfrm>
                <a:off x="7013590" y="2749952"/>
                <a:ext cx="20783" cy="10211"/>
                <a:chOff x="7013590" y="2749952"/>
                <a:chExt cx="20783" cy="10211"/>
              </a:xfrm>
            </p:grpSpPr>
            <p:sp>
              <p:nvSpPr>
                <p:cNvPr id="258" name="Google Shape;258;p24"/>
                <p:cNvSpPr/>
                <p:nvPr/>
              </p:nvSpPr>
              <p:spPr>
                <a:xfrm>
                  <a:off x="7013590" y="2751033"/>
                  <a:ext cx="5766" cy="9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228" extrusionOk="0">
                      <a:moveTo>
                        <a:pt x="112" y="0"/>
                      </a:moveTo>
                      <a:cubicBezTo>
                        <a:pt x="108" y="0"/>
                        <a:pt x="103" y="3"/>
                        <a:pt x="99" y="7"/>
                      </a:cubicBezTo>
                      <a:lnTo>
                        <a:pt x="1" y="105"/>
                      </a:lnTo>
                      <a:lnTo>
                        <a:pt x="1" y="114"/>
                      </a:lnTo>
                      <a:lnTo>
                        <a:pt x="99" y="221"/>
                      </a:lnTo>
                      <a:cubicBezTo>
                        <a:pt x="103" y="226"/>
                        <a:pt x="110" y="228"/>
                        <a:pt x="117" y="228"/>
                      </a:cubicBezTo>
                      <a:cubicBezTo>
                        <a:pt x="123" y="228"/>
                        <a:pt x="130" y="226"/>
                        <a:pt x="135" y="221"/>
                      </a:cubicBezTo>
                      <a:cubicBezTo>
                        <a:pt x="144" y="212"/>
                        <a:pt x="135" y="194"/>
                        <a:pt x="126" y="185"/>
                      </a:cubicBezTo>
                      <a:lnTo>
                        <a:pt x="45" y="123"/>
                      </a:lnTo>
                      <a:lnTo>
                        <a:pt x="126" y="34"/>
                      </a:lnTo>
                      <a:cubicBezTo>
                        <a:pt x="135" y="25"/>
                        <a:pt x="135" y="16"/>
                        <a:pt x="126" y="7"/>
                      </a:cubicBezTo>
                      <a:cubicBezTo>
                        <a:pt x="121" y="3"/>
                        <a:pt x="117" y="0"/>
                        <a:pt x="11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259;p24"/>
                <p:cNvSpPr/>
                <p:nvPr/>
              </p:nvSpPr>
              <p:spPr>
                <a:xfrm>
                  <a:off x="7022160" y="2750232"/>
                  <a:ext cx="5046" cy="9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242" extrusionOk="0">
                      <a:moveTo>
                        <a:pt x="117" y="0"/>
                      </a:moveTo>
                      <a:cubicBezTo>
                        <a:pt x="108" y="0"/>
                        <a:pt x="90" y="0"/>
                        <a:pt x="90" y="9"/>
                      </a:cubicBezTo>
                      <a:lnTo>
                        <a:pt x="1" y="214"/>
                      </a:lnTo>
                      <a:cubicBezTo>
                        <a:pt x="1" y="232"/>
                        <a:pt x="1" y="241"/>
                        <a:pt x="10" y="241"/>
                      </a:cubicBezTo>
                      <a:lnTo>
                        <a:pt x="19" y="241"/>
                      </a:lnTo>
                      <a:cubicBezTo>
                        <a:pt x="28" y="241"/>
                        <a:pt x="37" y="241"/>
                        <a:pt x="37" y="232"/>
                      </a:cubicBezTo>
                      <a:lnTo>
                        <a:pt x="126" y="27"/>
                      </a:lnTo>
                      <a:cubicBezTo>
                        <a:pt x="126" y="18"/>
                        <a:pt x="126" y="9"/>
                        <a:pt x="11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" name="Google Shape;260;p24"/>
                <p:cNvSpPr/>
                <p:nvPr/>
              </p:nvSpPr>
              <p:spPr>
                <a:xfrm>
                  <a:off x="7028607" y="2749952"/>
                  <a:ext cx="5766" cy="99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249" extrusionOk="0">
                      <a:moveTo>
                        <a:pt x="18" y="1"/>
                      </a:moveTo>
                      <a:cubicBezTo>
                        <a:pt x="12" y="1"/>
                        <a:pt x="5" y="3"/>
                        <a:pt x="0" y="7"/>
                      </a:cubicBezTo>
                      <a:cubicBezTo>
                        <a:pt x="0" y="25"/>
                        <a:pt x="0" y="34"/>
                        <a:pt x="9" y="43"/>
                      </a:cubicBezTo>
                      <a:lnTo>
                        <a:pt x="90" y="123"/>
                      </a:lnTo>
                      <a:lnTo>
                        <a:pt x="9" y="212"/>
                      </a:lnTo>
                      <a:cubicBezTo>
                        <a:pt x="0" y="212"/>
                        <a:pt x="0" y="221"/>
                        <a:pt x="0" y="230"/>
                      </a:cubicBezTo>
                      <a:cubicBezTo>
                        <a:pt x="0" y="239"/>
                        <a:pt x="9" y="248"/>
                        <a:pt x="27" y="248"/>
                      </a:cubicBezTo>
                      <a:cubicBezTo>
                        <a:pt x="27" y="248"/>
                        <a:pt x="36" y="248"/>
                        <a:pt x="36" y="239"/>
                      </a:cubicBezTo>
                      <a:lnTo>
                        <a:pt x="143" y="141"/>
                      </a:lnTo>
                      <a:lnTo>
                        <a:pt x="143" y="123"/>
                      </a:lnTo>
                      <a:lnTo>
                        <a:pt x="143" y="114"/>
                      </a:lnTo>
                      <a:lnTo>
                        <a:pt x="36" y="7"/>
                      </a:lnTo>
                      <a:cubicBezTo>
                        <a:pt x="32" y="3"/>
                        <a:pt x="25" y="1"/>
                        <a:pt x="1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61" name="Google Shape;261;p24"/>
            <p:cNvGrpSpPr/>
            <p:nvPr/>
          </p:nvGrpSpPr>
          <p:grpSpPr>
            <a:xfrm>
              <a:off x="1169576" y="965199"/>
              <a:ext cx="991894" cy="654853"/>
              <a:chOff x="6419537" y="2669864"/>
              <a:chExt cx="293330" cy="193658"/>
            </a:xfrm>
          </p:grpSpPr>
          <p:sp>
            <p:nvSpPr>
              <p:cNvPr id="262" name="Google Shape;262;p24"/>
              <p:cNvSpPr/>
              <p:nvPr/>
            </p:nvSpPr>
            <p:spPr>
              <a:xfrm>
                <a:off x="6419537" y="2669864"/>
                <a:ext cx="293330" cy="193658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4836" extrusionOk="0">
                    <a:moveTo>
                      <a:pt x="0" y="0"/>
                    </a:moveTo>
                    <a:lnTo>
                      <a:pt x="0" y="4835"/>
                    </a:lnTo>
                    <a:lnTo>
                      <a:pt x="7324" y="4835"/>
                    </a:lnTo>
                    <a:lnTo>
                      <a:pt x="7324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4"/>
              <p:cNvSpPr/>
              <p:nvPr/>
            </p:nvSpPr>
            <p:spPr>
              <a:xfrm>
                <a:off x="6419537" y="2669864"/>
                <a:ext cx="293330" cy="27871"/>
              </a:xfrm>
              <a:custGeom>
                <a:avLst/>
                <a:gdLst/>
                <a:ahLst/>
                <a:cxnLst/>
                <a:rect l="l" t="t" r="r" b="b"/>
                <a:pathLst>
                  <a:path w="7325" h="696" extrusionOk="0">
                    <a:moveTo>
                      <a:pt x="0" y="0"/>
                    </a:moveTo>
                    <a:lnTo>
                      <a:pt x="0" y="696"/>
                    </a:lnTo>
                    <a:lnTo>
                      <a:pt x="7324" y="696"/>
                    </a:lnTo>
                    <a:lnTo>
                      <a:pt x="732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4"/>
              <p:cNvSpPr/>
              <p:nvPr/>
            </p:nvSpPr>
            <p:spPr>
              <a:xfrm>
                <a:off x="6431671" y="2676992"/>
                <a:ext cx="14336" cy="13976"/>
              </a:xfrm>
              <a:custGeom>
                <a:avLst/>
                <a:gdLst/>
                <a:ahLst/>
                <a:cxnLst/>
                <a:rect l="l" t="t" r="r" b="b"/>
                <a:pathLst>
                  <a:path w="358" h="349" extrusionOk="0">
                    <a:moveTo>
                      <a:pt x="179" y="0"/>
                    </a:moveTo>
                    <a:cubicBezTo>
                      <a:pt x="81" y="0"/>
                      <a:pt x="0" y="81"/>
                      <a:pt x="0" y="170"/>
                    </a:cubicBezTo>
                    <a:cubicBezTo>
                      <a:pt x="0" y="268"/>
                      <a:pt x="81" y="348"/>
                      <a:pt x="179" y="348"/>
                    </a:cubicBezTo>
                    <a:cubicBezTo>
                      <a:pt x="277" y="348"/>
                      <a:pt x="357" y="268"/>
                      <a:pt x="357" y="170"/>
                    </a:cubicBezTo>
                    <a:cubicBezTo>
                      <a:pt x="357" y="81"/>
                      <a:pt x="277" y="0"/>
                      <a:pt x="1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4"/>
              <p:cNvSpPr/>
              <p:nvPr/>
            </p:nvSpPr>
            <p:spPr>
              <a:xfrm>
                <a:off x="6460622" y="2676992"/>
                <a:ext cx="13936" cy="13976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9" extrusionOk="0">
                    <a:moveTo>
                      <a:pt x="178" y="0"/>
                    </a:moveTo>
                    <a:cubicBezTo>
                      <a:pt x="80" y="0"/>
                      <a:pt x="0" y="81"/>
                      <a:pt x="0" y="170"/>
                    </a:cubicBezTo>
                    <a:cubicBezTo>
                      <a:pt x="0" y="268"/>
                      <a:pt x="80" y="348"/>
                      <a:pt x="178" y="348"/>
                    </a:cubicBezTo>
                    <a:cubicBezTo>
                      <a:pt x="277" y="348"/>
                      <a:pt x="348" y="268"/>
                      <a:pt x="348" y="170"/>
                    </a:cubicBezTo>
                    <a:cubicBezTo>
                      <a:pt x="348" y="81"/>
                      <a:pt x="277" y="0"/>
                      <a:pt x="17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4"/>
              <p:cNvSpPr/>
              <p:nvPr/>
            </p:nvSpPr>
            <p:spPr>
              <a:xfrm>
                <a:off x="6489534" y="2676992"/>
                <a:ext cx="13976" cy="13976"/>
              </a:xfrm>
              <a:custGeom>
                <a:avLst/>
                <a:gdLst/>
                <a:ahLst/>
                <a:cxnLst/>
                <a:rect l="l" t="t" r="r" b="b"/>
                <a:pathLst>
                  <a:path w="349" h="349" extrusionOk="0">
                    <a:moveTo>
                      <a:pt x="170" y="0"/>
                    </a:moveTo>
                    <a:cubicBezTo>
                      <a:pt x="72" y="0"/>
                      <a:pt x="1" y="81"/>
                      <a:pt x="1" y="170"/>
                    </a:cubicBezTo>
                    <a:cubicBezTo>
                      <a:pt x="1" y="268"/>
                      <a:pt x="72" y="348"/>
                      <a:pt x="170" y="348"/>
                    </a:cubicBezTo>
                    <a:cubicBezTo>
                      <a:pt x="268" y="348"/>
                      <a:pt x="349" y="268"/>
                      <a:pt x="349" y="170"/>
                    </a:cubicBezTo>
                    <a:cubicBezTo>
                      <a:pt x="349" y="81"/>
                      <a:pt x="268" y="0"/>
                      <a:pt x="1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4"/>
              <p:cNvSpPr/>
              <p:nvPr/>
            </p:nvSpPr>
            <p:spPr>
              <a:xfrm>
                <a:off x="6473837" y="2734935"/>
                <a:ext cx="51458" cy="86417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2158" extrusionOk="0">
                    <a:moveTo>
                      <a:pt x="1071" y="1"/>
                    </a:moveTo>
                    <a:cubicBezTo>
                      <a:pt x="1019" y="1"/>
                      <a:pt x="968" y="21"/>
                      <a:pt x="928" y="61"/>
                    </a:cubicBezTo>
                    <a:lnTo>
                      <a:pt x="54" y="944"/>
                    </a:lnTo>
                    <a:cubicBezTo>
                      <a:pt x="45" y="953"/>
                      <a:pt x="36" y="953"/>
                      <a:pt x="36" y="962"/>
                    </a:cubicBezTo>
                    <a:cubicBezTo>
                      <a:pt x="27" y="962"/>
                      <a:pt x="27" y="971"/>
                      <a:pt x="27" y="971"/>
                    </a:cubicBezTo>
                    <a:cubicBezTo>
                      <a:pt x="18" y="980"/>
                      <a:pt x="18" y="989"/>
                      <a:pt x="9" y="998"/>
                    </a:cubicBezTo>
                    <a:cubicBezTo>
                      <a:pt x="9" y="1002"/>
                      <a:pt x="11" y="1002"/>
                      <a:pt x="12" y="1002"/>
                    </a:cubicBezTo>
                    <a:cubicBezTo>
                      <a:pt x="13" y="1002"/>
                      <a:pt x="13" y="1002"/>
                      <a:pt x="9" y="1007"/>
                    </a:cubicBezTo>
                    <a:cubicBezTo>
                      <a:pt x="9" y="1016"/>
                      <a:pt x="9" y="1025"/>
                      <a:pt x="9" y="1034"/>
                    </a:cubicBezTo>
                    <a:cubicBezTo>
                      <a:pt x="9" y="1034"/>
                      <a:pt x="0" y="1034"/>
                      <a:pt x="0" y="1042"/>
                    </a:cubicBezTo>
                    <a:lnTo>
                      <a:pt x="0" y="1069"/>
                    </a:lnTo>
                    <a:lnTo>
                      <a:pt x="0" y="1078"/>
                    </a:lnTo>
                    <a:lnTo>
                      <a:pt x="0" y="1096"/>
                    </a:lnTo>
                    <a:lnTo>
                      <a:pt x="0" y="1123"/>
                    </a:lnTo>
                    <a:cubicBezTo>
                      <a:pt x="0" y="1123"/>
                      <a:pt x="0" y="1132"/>
                      <a:pt x="9" y="1141"/>
                    </a:cubicBezTo>
                    <a:cubicBezTo>
                      <a:pt x="9" y="1141"/>
                      <a:pt x="9" y="1149"/>
                      <a:pt x="9" y="1158"/>
                    </a:cubicBezTo>
                    <a:cubicBezTo>
                      <a:pt x="9" y="1158"/>
                      <a:pt x="18" y="1167"/>
                      <a:pt x="18" y="1167"/>
                    </a:cubicBezTo>
                    <a:cubicBezTo>
                      <a:pt x="18" y="1176"/>
                      <a:pt x="27" y="1185"/>
                      <a:pt x="27" y="1194"/>
                    </a:cubicBezTo>
                    <a:cubicBezTo>
                      <a:pt x="36" y="1194"/>
                      <a:pt x="36" y="1194"/>
                      <a:pt x="36" y="1203"/>
                    </a:cubicBezTo>
                    <a:cubicBezTo>
                      <a:pt x="45" y="1212"/>
                      <a:pt x="45" y="1221"/>
                      <a:pt x="54" y="1221"/>
                    </a:cubicBezTo>
                    <a:lnTo>
                      <a:pt x="928" y="2104"/>
                    </a:lnTo>
                    <a:cubicBezTo>
                      <a:pt x="972" y="2140"/>
                      <a:pt x="1017" y="2158"/>
                      <a:pt x="1071" y="2158"/>
                    </a:cubicBezTo>
                    <a:cubicBezTo>
                      <a:pt x="1124" y="2158"/>
                      <a:pt x="1169" y="2140"/>
                      <a:pt x="1213" y="2104"/>
                    </a:cubicBezTo>
                    <a:cubicBezTo>
                      <a:pt x="1285" y="2024"/>
                      <a:pt x="1285" y="1899"/>
                      <a:pt x="1213" y="1827"/>
                    </a:cubicBezTo>
                    <a:lnTo>
                      <a:pt x="473" y="1078"/>
                    </a:lnTo>
                    <a:lnTo>
                      <a:pt x="1213" y="338"/>
                    </a:lnTo>
                    <a:cubicBezTo>
                      <a:pt x="1285" y="257"/>
                      <a:pt x="1285" y="132"/>
                      <a:pt x="1213" y="61"/>
                    </a:cubicBezTo>
                    <a:cubicBezTo>
                      <a:pt x="1173" y="21"/>
                      <a:pt x="1122" y="1"/>
                      <a:pt x="10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4"/>
              <p:cNvSpPr/>
              <p:nvPr/>
            </p:nvSpPr>
            <p:spPr>
              <a:xfrm>
                <a:off x="6552403" y="2735015"/>
                <a:ext cx="46132" cy="86337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2156" extrusionOk="0">
                    <a:moveTo>
                      <a:pt x="957" y="1"/>
                    </a:moveTo>
                    <a:cubicBezTo>
                      <a:pt x="891" y="1"/>
                      <a:pt x="830" y="38"/>
                      <a:pt x="804" y="104"/>
                    </a:cubicBezTo>
                    <a:lnTo>
                      <a:pt x="45" y="1924"/>
                    </a:lnTo>
                    <a:cubicBezTo>
                      <a:pt x="36" y="1924"/>
                      <a:pt x="36" y="1924"/>
                      <a:pt x="36" y="1933"/>
                    </a:cubicBezTo>
                    <a:cubicBezTo>
                      <a:pt x="1" y="2013"/>
                      <a:pt x="45" y="2111"/>
                      <a:pt x="135" y="2147"/>
                    </a:cubicBezTo>
                    <a:cubicBezTo>
                      <a:pt x="152" y="2156"/>
                      <a:pt x="179" y="2156"/>
                      <a:pt x="197" y="2156"/>
                    </a:cubicBezTo>
                    <a:cubicBezTo>
                      <a:pt x="268" y="2156"/>
                      <a:pt x="331" y="2120"/>
                      <a:pt x="358" y="2057"/>
                    </a:cubicBezTo>
                    <a:lnTo>
                      <a:pt x="1116" y="238"/>
                    </a:lnTo>
                    <a:cubicBezTo>
                      <a:pt x="1152" y="148"/>
                      <a:pt x="1116" y="50"/>
                      <a:pt x="1027" y="15"/>
                    </a:cubicBezTo>
                    <a:cubicBezTo>
                      <a:pt x="1004" y="5"/>
                      <a:pt x="980" y="1"/>
                      <a:pt x="9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4"/>
              <p:cNvSpPr/>
              <p:nvPr/>
            </p:nvSpPr>
            <p:spPr>
              <a:xfrm>
                <a:off x="6607063" y="2734935"/>
                <a:ext cx="51498" cy="86417"/>
              </a:xfrm>
              <a:custGeom>
                <a:avLst/>
                <a:gdLst/>
                <a:ahLst/>
                <a:cxnLst/>
                <a:rect l="l" t="t" r="r" b="b"/>
                <a:pathLst>
                  <a:path w="1286" h="2158" extrusionOk="0">
                    <a:moveTo>
                      <a:pt x="219" y="1"/>
                    </a:moveTo>
                    <a:cubicBezTo>
                      <a:pt x="170" y="1"/>
                      <a:pt x="121" y="21"/>
                      <a:pt x="81" y="61"/>
                    </a:cubicBezTo>
                    <a:cubicBezTo>
                      <a:pt x="1" y="132"/>
                      <a:pt x="1" y="257"/>
                      <a:pt x="81" y="338"/>
                    </a:cubicBezTo>
                    <a:lnTo>
                      <a:pt x="812" y="1078"/>
                    </a:lnTo>
                    <a:lnTo>
                      <a:pt x="81" y="1827"/>
                    </a:lnTo>
                    <a:cubicBezTo>
                      <a:pt x="1" y="1899"/>
                      <a:pt x="1" y="2033"/>
                      <a:pt x="81" y="2104"/>
                    </a:cubicBezTo>
                    <a:cubicBezTo>
                      <a:pt x="121" y="2140"/>
                      <a:pt x="170" y="2158"/>
                      <a:pt x="219" y="2158"/>
                    </a:cubicBezTo>
                    <a:cubicBezTo>
                      <a:pt x="268" y="2158"/>
                      <a:pt x="317" y="2140"/>
                      <a:pt x="357" y="2104"/>
                    </a:cubicBezTo>
                    <a:lnTo>
                      <a:pt x="1241" y="1212"/>
                    </a:lnTo>
                    <a:cubicBezTo>
                      <a:pt x="1241" y="1212"/>
                      <a:pt x="1250" y="1203"/>
                      <a:pt x="1259" y="1194"/>
                    </a:cubicBezTo>
                    <a:cubicBezTo>
                      <a:pt x="1267" y="1185"/>
                      <a:pt x="1267" y="1176"/>
                      <a:pt x="1267" y="1167"/>
                    </a:cubicBezTo>
                    <a:lnTo>
                      <a:pt x="1267" y="1158"/>
                    </a:lnTo>
                    <a:cubicBezTo>
                      <a:pt x="1276" y="1149"/>
                      <a:pt x="1276" y="1141"/>
                      <a:pt x="1285" y="1132"/>
                    </a:cubicBezTo>
                    <a:lnTo>
                      <a:pt x="1285" y="1123"/>
                    </a:lnTo>
                    <a:lnTo>
                      <a:pt x="1285" y="1096"/>
                    </a:lnTo>
                    <a:lnTo>
                      <a:pt x="1285" y="1078"/>
                    </a:lnTo>
                    <a:lnTo>
                      <a:pt x="1285" y="1069"/>
                    </a:lnTo>
                    <a:lnTo>
                      <a:pt x="1285" y="1042"/>
                    </a:lnTo>
                    <a:lnTo>
                      <a:pt x="1285" y="1034"/>
                    </a:lnTo>
                    <a:cubicBezTo>
                      <a:pt x="1276" y="1025"/>
                      <a:pt x="1276" y="1016"/>
                      <a:pt x="1267" y="1007"/>
                    </a:cubicBezTo>
                    <a:lnTo>
                      <a:pt x="1267" y="998"/>
                    </a:lnTo>
                    <a:cubicBezTo>
                      <a:pt x="1267" y="989"/>
                      <a:pt x="1259" y="980"/>
                      <a:pt x="1259" y="971"/>
                    </a:cubicBezTo>
                    <a:lnTo>
                      <a:pt x="1259" y="962"/>
                    </a:lnTo>
                    <a:cubicBezTo>
                      <a:pt x="1250" y="962"/>
                      <a:pt x="1241" y="953"/>
                      <a:pt x="1232" y="944"/>
                    </a:cubicBezTo>
                    <a:lnTo>
                      <a:pt x="357" y="61"/>
                    </a:lnTo>
                    <a:cubicBezTo>
                      <a:pt x="317" y="21"/>
                      <a:pt x="268" y="1"/>
                      <a:pt x="21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"/>
          <p:cNvSpPr txBox="1">
            <a:spLocks noGrp="1"/>
          </p:cNvSpPr>
          <p:nvPr>
            <p:ph type="title" idx="9"/>
          </p:nvPr>
        </p:nvSpPr>
        <p:spPr>
          <a:xfrm>
            <a:off x="1128410" y="1744970"/>
            <a:ext cx="775800" cy="7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01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75" name="Google Shape;275;p25"/>
          <p:cNvSpPr txBox="1">
            <a:spLocks noGrp="1"/>
          </p:cNvSpPr>
          <p:nvPr>
            <p:ph type="title" idx="13"/>
          </p:nvPr>
        </p:nvSpPr>
        <p:spPr>
          <a:xfrm>
            <a:off x="1128410" y="3277695"/>
            <a:ext cx="775800" cy="7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03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76" name="Google Shape;276;p25"/>
          <p:cNvSpPr txBox="1">
            <a:spLocks noGrp="1"/>
          </p:cNvSpPr>
          <p:nvPr>
            <p:ph type="title" idx="14"/>
          </p:nvPr>
        </p:nvSpPr>
        <p:spPr>
          <a:xfrm>
            <a:off x="4872260" y="1744970"/>
            <a:ext cx="775800" cy="7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02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77" name="Google Shape;277;p25"/>
          <p:cNvSpPr txBox="1">
            <a:spLocks noGrp="1"/>
          </p:cNvSpPr>
          <p:nvPr>
            <p:ph type="title" idx="15"/>
          </p:nvPr>
        </p:nvSpPr>
        <p:spPr>
          <a:xfrm>
            <a:off x="4872260" y="3277695"/>
            <a:ext cx="775800" cy="7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04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78" name="Google Shape;278;p25"/>
          <p:cNvSpPr txBox="1">
            <a:spLocks noGrp="1"/>
          </p:cNvSpPr>
          <p:nvPr>
            <p:ph type="subTitle" idx="7"/>
          </p:nvPr>
        </p:nvSpPr>
        <p:spPr>
          <a:xfrm>
            <a:off x="2096251" y="3729051"/>
            <a:ext cx="217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Usamos para fazer as funções de deletar e atualizar junto ao BD.</a:t>
            </a:r>
            <a:endParaRPr/>
          </a:p>
        </p:txBody>
      </p:sp>
      <p:sp>
        <p:nvSpPr>
          <p:cNvPr id="279" name="Google Shape;279;p25"/>
          <p:cNvSpPr txBox="1">
            <a:spLocks noGrp="1"/>
          </p:cNvSpPr>
          <p:nvPr>
            <p:ph type="title" idx="6"/>
          </p:nvPr>
        </p:nvSpPr>
        <p:spPr>
          <a:xfrm>
            <a:off x="5839950" y="3029456"/>
            <a:ext cx="21756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SQL</a:t>
            </a:r>
            <a:endParaRPr/>
          </a:p>
        </p:txBody>
      </p:sp>
      <p:sp>
        <p:nvSpPr>
          <p:cNvPr id="280" name="Google Shape;280;p25"/>
          <p:cNvSpPr txBox="1">
            <a:spLocks noGrp="1"/>
          </p:cNvSpPr>
          <p:nvPr>
            <p:ph type="title" idx="5"/>
          </p:nvPr>
        </p:nvSpPr>
        <p:spPr>
          <a:xfrm>
            <a:off x="2096225" y="3029454"/>
            <a:ext cx="21756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Java Script</a:t>
            </a:r>
            <a:endParaRPr/>
          </a:p>
        </p:txBody>
      </p:sp>
      <p:sp>
        <p:nvSpPr>
          <p:cNvPr id="281" name="Google Shape;281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Linguagens usadas</a:t>
            </a:r>
            <a:endParaRPr/>
          </a:p>
        </p:txBody>
      </p:sp>
      <p:sp>
        <p:nvSpPr>
          <p:cNvPr id="282" name="Google Shape;282;p25"/>
          <p:cNvSpPr txBox="1">
            <a:spLocks noGrp="1"/>
          </p:cNvSpPr>
          <p:nvPr>
            <p:ph type="title" idx="2"/>
          </p:nvPr>
        </p:nvSpPr>
        <p:spPr>
          <a:xfrm>
            <a:off x="2096225" y="1396400"/>
            <a:ext cx="21756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</a:t>
            </a:r>
            <a:endParaRPr/>
          </a:p>
        </p:txBody>
      </p:sp>
      <p:sp>
        <p:nvSpPr>
          <p:cNvPr id="283" name="Google Shape;283;p25"/>
          <p:cNvSpPr txBox="1">
            <a:spLocks noGrp="1"/>
          </p:cNvSpPr>
          <p:nvPr>
            <p:ph type="title" idx="3"/>
          </p:nvPr>
        </p:nvSpPr>
        <p:spPr>
          <a:xfrm>
            <a:off x="5839950" y="1599500"/>
            <a:ext cx="217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PHP</a:t>
            </a:r>
            <a:endParaRPr/>
          </a:p>
        </p:txBody>
      </p:sp>
      <p:sp>
        <p:nvSpPr>
          <p:cNvPr id="284" name="Google Shape;284;p25"/>
          <p:cNvSpPr txBox="1">
            <a:spLocks noGrp="1"/>
          </p:cNvSpPr>
          <p:nvPr>
            <p:ph type="subTitle" idx="1"/>
          </p:nvPr>
        </p:nvSpPr>
        <p:spPr>
          <a:xfrm>
            <a:off x="2096226" y="2087034"/>
            <a:ext cx="217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Linguagem de marcação utilizada na construção de páginas na Web.</a:t>
            </a:r>
            <a:endParaRPr sz="1300"/>
          </a:p>
        </p:txBody>
      </p:sp>
      <p:sp>
        <p:nvSpPr>
          <p:cNvPr id="285" name="Google Shape;285;p25"/>
          <p:cNvSpPr txBox="1">
            <a:spLocks noGrp="1"/>
          </p:cNvSpPr>
          <p:nvPr>
            <p:ph type="subTitle" idx="4"/>
          </p:nvPr>
        </p:nvSpPr>
        <p:spPr>
          <a:xfrm>
            <a:off x="5839952" y="2087034"/>
            <a:ext cx="217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Processa os dados do HTML no lado servidor.</a:t>
            </a:r>
            <a:endParaRPr/>
          </a:p>
        </p:txBody>
      </p:sp>
      <p:sp>
        <p:nvSpPr>
          <p:cNvPr id="286" name="Google Shape;286;p25"/>
          <p:cNvSpPr txBox="1">
            <a:spLocks noGrp="1"/>
          </p:cNvSpPr>
          <p:nvPr>
            <p:ph type="subTitle" idx="8"/>
          </p:nvPr>
        </p:nvSpPr>
        <p:spPr>
          <a:xfrm>
            <a:off x="5839956" y="3729053"/>
            <a:ext cx="217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Usados para armazenar os dados do formulário.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 txBox="1">
            <a:spLocks noGrp="1"/>
          </p:cNvSpPr>
          <p:nvPr>
            <p:ph type="title"/>
          </p:nvPr>
        </p:nvSpPr>
        <p:spPr>
          <a:xfrm>
            <a:off x="534200" y="167950"/>
            <a:ext cx="3299700" cy="10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Estilização</a:t>
            </a:r>
            <a:endParaRPr sz="4100"/>
          </a:p>
        </p:txBody>
      </p:sp>
      <p:grpSp>
        <p:nvGrpSpPr>
          <p:cNvPr id="292" name="Google Shape;292;p26"/>
          <p:cNvGrpSpPr/>
          <p:nvPr/>
        </p:nvGrpSpPr>
        <p:grpSpPr>
          <a:xfrm flipH="1">
            <a:off x="6027116" y="1973370"/>
            <a:ext cx="2888246" cy="2881057"/>
            <a:chOff x="756626" y="1354787"/>
            <a:chExt cx="3172502" cy="3403896"/>
          </a:xfrm>
        </p:grpSpPr>
        <p:sp>
          <p:nvSpPr>
            <p:cNvPr id="293" name="Google Shape;293;p26"/>
            <p:cNvSpPr/>
            <p:nvPr/>
          </p:nvSpPr>
          <p:spPr>
            <a:xfrm>
              <a:off x="2166050" y="2979486"/>
              <a:ext cx="364789" cy="109824"/>
            </a:xfrm>
            <a:custGeom>
              <a:avLst/>
              <a:gdLst/>
              <a:ahLst/>
              <a:cxnLst/>
              <a:rect l="l" t="t" r="r" b="b"/>
              <a:pathLst>
                <a:path w="3295" h="992" extrusionOk="0">
                  <a:moveTo>
                    <a:pt x="1547" y="1"/>
                  </a:moveTo>
                  <a:cubicBezTo>
                    <a:pt x="1436" y="1"/>
                    <a:pt x="1327" y="15"/>
                    <a:pt x="1222" y="45"/>
                  </a:cubicBezTo>
                  <a:cubicBezTo>
                    <a:pt x="348" y="304"/>
                    <a:pt x="0" y="991"/>
                    <a:pt x="241" y="991"/>
                  </a:cubicBezTo>
                  <a:lnTo>
                    <a:pt x="3051" y="991"/>
                  </a:lnTo>
                  <a:cubicBezTo>
                    <a:pt x="3295" y="763"/>
                    <a:pt x="2374" y="1"/>
                    <a:pt x="15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4" name="Google Shape;294;p26"/>
            <p:cNvGrpSpPr/>
            <p:nvPr/>
          </p:nvGrpSpPr>
          <p:grpSpPr>
            <a:xfrm>
              <a:off x="2128470" y="1354787"/>
              <a:ext cx="1265303" cy="807238"/>
              <a:chOff x="2149758" y="1359537"/>
              <a:chExt cx="1265303" cy="807238"/>
            </a:xfrm>
          </p:grpSpPr>
          <p:sp>
            <p:nvSpPr>
              <p:cNvPr id="295" name="Google Shape;295;p26"/>
              <p:cNvSpPr/>
              <p:nvPr/>
            </p:nvSpPr>
            <p:spPr>
              <a:xfrm>
                <a:off x="2149758" y="1359537"/>
                <a:ext cx="1265303" cy="807238"/>
              </a:xfrm>
              <a:custGeom>
                <a:avLst/>
                <a:gdLst/>
                <a:ahLst/>
                <a:cxnLst/>
                <a:rect l="l" t="t" r="r" b="b"/>
                <a:pathLst>
                  <a:path w="7762" h="4952" extrusionOk="0">
                    <a:moveTo>
                      <a:pt x="0" y="1"/>
                    </a:moveTo>
                    <a:lnTo>
                      <a:pt x="0" y="4952"/>
                    </a:lnTo>
                    <a:lnTo>
                      <a:pt x="7762" y="4952"/>
                    </a:lnTo>
                    <a:lnTo>
                      <a:pt x="7762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6"/>
              <p:cNvSpPr/>
              <p:nvPr/>
            </p:nvSpPr>
            <p:spPr>
              <a:xfrm>
                <a:off x="2149758" y="1359537"/>
                <a:ext cx="1265303" cy="152906"/>
              </a:xfrm>
              <a:custGeom>
                <a:avLst/>
                <a:gdLst/>
                <a:ahLst/>
                <a:cxnLst/>
                <a:rect l="l" t="t" r="r" b="b"/>
                <a:pathLst>
                  <a:path w="7762" h="938" extrusionOk="0">
                    <a:moveTo>
                      <a:pt x="0" y="1"/>
                    </a:moveTo>
                    <a:lnTo>
                      <a:pt x="0" y="937"/>
                    </a:lnTo>
                    <a:lnTo>
                      <a:pt x="7762" y="937"/>
                    </a:lnTo>
                    <a:lnTo>
                      <a:pt x="776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26"/>
              <p:cNvSpPr/>
              <p:nvPr/>
            </p:nvSpPr>
            <p:spPr>
              <a:xfrm>
                <a:off x="2216591" y="1397355"/>
                <a:ext cx="77268" cy="7726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233" y="0"/>
                    </a:moveTo>
                    <a:cubicBezTo>
                      <a:pt x="108" y="0"/>
                      <a:pt x="1" y="108"/>
                      <a:pt x="1" y="241"/>
                    </a:cubicBezTo>
                    <a:cubicBezTo>
                      <a:pt x="1" y="366"/>
                      <a:pt x="108" y="473"/>
                      <a:pt x="233" y="473"/>
                    </a:cubicBezTo>
                    <a:cubicBezTo>
                      <a:pt x="367" y="473"/>
                      <a:pt x="474" y="366"/>
                      <a:pt x="474" y="241"/>
                    </a:cubicBezTo>
                    <a:cubicBezTo>
                      <a:pt x="474" y="108"/>
                      <a:pt x="367" y="0"/>
                      <a:pt x="2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26"/>
              <p:cNvSpPr/>
              <p:nvPr/>
            </p:nvSpPr>
            <p:spPr>
              <a:xfrm>
                <a:off x="2373731" y="1397355"/>
                <a:ext cx="77268" cy="7726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232" y="0"/>
                    </a:moveTo>
                    <a:cubicBezTo>
                      <a:pt x="98" y="0"/>
                      <a:pt x="0" y="108"/>
                      <a:pt x="0" y="241"/>
                    </a:cubicBezTo>
                    <a:cubicBezTo>
                      <a:pt x="0" y="366"/>
                      <a:pt x="98" y="473"/>
                      <a:pt x="232" y="473"/>
                    </a:cubicBezTo>
                    <a:cubicBezTo>
                      <a:pt x="366" y="473"/>
                      <a:pt x="473" y="366"/>
                      <a:pt x="473" y="241"/>
                    </a:cubicBezTo>
                    <a:cubicBezTo>
                      <a:pt x="473" y="108"/>
                      <a:pt x="366" y="0"/>
                      <a:pt x="2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26"/>
              <p:cNvSpPr/>
              <p:nvPr/>
            </p:nvSpPr>
            <p:spPr>
              <a:xfrm>
                <a:off x="2530708" y="1397355"/>
                <a:ext cx="75801" cy="77268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74" extrusionOk="0">
                    <a:moveTo>
                      <a:pt x="233" y="0"/>
                    </a:moveTo>
                    <a:cubicBezTo>
                      <a:pt x="99" y="0"/>
                      <a:pt x="1" y="108"/>
                      <a:pt x="1" y="241"/>
                    </a:cubicBezTo>
                    <a:cubicBezTo>
                      <a:pt x="1" y="366"/>
                      <a:pt x="99" y="473"/>
                      <a:pt x="233" y="473"/>
                    </a:cubicBezTo>
                    <a:cubicBezTo>
                      <a:pt x="367" y="473"/>
                      <a:pt x="465" y="366"/>
                      <a:pt x="465" y="241"/>
                    </a:cubicBezTo>
                    <a:cubicBezTo>
                      <a:pt x="465" y="108"/>
                      <a:pt x="367" y="0"/>
                      <a:pt x="2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6"/>
              <p:cNvSpPr/>
              <p:nvPr/>
            </p:nvSpPr>
            <p:spPr>
              <a:xfrm flipH="1">
                <a:off x="2940835" y="1660613"/>
                <a:ext cx="266362" cy="305485"/>
              </a:xfrm>
              <a:custGeom>
                <a:avLst/>
                <a:gdLst/>
                <a:ahLst/>
                <a:cxnLst/>
                <a:rect l="l" t="t" r="r" b="b"/>
                <a:pathLst>
                  <a:path w="1634" h="1874" extrusionOk="0">
                    <a:moveTo>
                      <a:pt x="955" y="0"/>
                    </a:moveTo>
                    <a:cubicBezTo>
                      <a:pt x="438" y="0"/>
                      <a:pt x="10" y="419"/>
                      <a:pt x="1" y="937"/>
                    </a:cubicBezTo>
                    <a:cubicBezTo>
                      <a:pt x="10" y="1463"/>
                      <a:pt x="438" y="1874"/>
                      <a:pt x="955" y="1874"/>
                    </a:cubicBezTo>
                    <a:cubicBezTo>
                      <a:pt x="1178" y="1874"/>
                      <a:pt x="1392" y="1802"/>
                      <a:pt x="1562" y="1668"/>
                    </a:cubicBezTo>
                    <a:cubicBezTo>
                      <a:pt x="1624" y="1615"/>
                      <a:pt x="1633" y="1526"/>
                      <a:pt x="1589" y="1463"/>
                    </a:cubicBezTo>
                    <a:cubicBezTo>
                      <a:pt x="1557" y="1427"/>
                      <a:pt x="1514" y="1409"/>
                      <a:pt x="1469" y="1409"/>
                    </a:cubicBezTo>
                    <a:cubicBezTo>
                      <a:pt x="1437" y="1409"/>
                      <a:pt x="1404" y="1418"/>
                      <a:pt x="1374" y="1436"/>
                    </a:cubicBezTo>
                    <a:cubicBezTo>
                      <a:pt x="1258" y="1526"/>
                      <a:pt x="1107" y="1579"/>
                      <a:pt x="955" y="1579"/>
                    </a:cubicBezTo>
                    <a:cubicBezTo>
                      <a:pt x="786" y="1579"/>
                      <a:pt x="616" y="1508"/>
                      <a:pt x="491" y="1392"/>
                    </a:cubicBezTo>
                    <a:cubicBezTo>
                      <a:pt x="366" y="1267"/>
                      <a:pt x="304" y="1106"/>
                      <a:pt x="295" y="937"/>
                    </a:cubicBezTo>
                    <a:cubicBezTo>
                      <a:pt x="304" y="767"/>
                      <a:pt x="366" y="607"/>
                      <a:pt x="491" y="482"/>
                    </a:cubicBezTo>
                    <a:cubicBezTo>
                      <a:pt x="616" y="366"/>
                      <a:pt x="786" y="295"/>
                      <a:pt x="955" y="295"/>
                    </a:cubicBezTo>
                    <a:cubicBezTo>
                      <a:pt x="1107" y="295"/>
                      <a:pt x="1258" y="348"/>
                      <a:pt x="1374" y="437"/>
                    </a:cubicBezTo>
                    <a:cubicBezTo>
                      <a:pt x="1403" y="459"/>
                      <a:pt x="1435" y="469"/>
                      <a:pt x="1467" y="469"/>
                    </a:cubicBezTo>
                    <a:cubicBezTo>
                      <a:pt x="1512" y="469"/>
                      <a:pt x="1557" y="448"/>
                      <a:pt x="1589" y="411"/>
                    </a:cubicBezTo>
                    <a:cubicBezTo>
                      <a:pt x="1633" y="348"/>
                      <a:pt x="1624" y="259"/>
                      <a:pt x="1562" y="205"/>
                    </a:cubicBezTo>
                    <a:cubicBezTo>
                      <a:pt x="1392" y="72"/>
                      <a:pt x="1178" y="0"/>
                      <a:pt x="9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26"/>
              <p:cNvSpPr/>
              <p:nvPr/>
            </p:nvSpPr>
            <p:spPr>
              <a:xfrm flipH="1">
                <a:off x="2647096" y="1661917"/>
                <a:ext cx="237183" cy="305811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876" extrusionOk="0">
                    <a:moveTo>
                      <a:pt x="706" y="0"/>
                    </a:moveTo>
                    <a:cubicBezTo>
                      <a:pt x="557" y="0"/>
                      <a:pt x="410" y="52"/>
                      <a:pt x="294" y="135"/>
                    </a:cubicBezTo>
                    <a:cubicBezTo>
                      <a:pt x="170" y="224"/>
                      <a:pt x="89" y="358"/>
                      <a:pt x="80" y="510"/>
                    </a:cubicBezTo>
                    <a:cubicBezTo>
                      <a:pt x="80" y="590"/>
                      <a:pt x="98" y="661"/>
                      <a:pt x="143" y="724"/>
                    </a:cubicBezTo>
                    <a:cubicBezTo>
                      <a:pt x="205" y="813"/>
                      <a:pt x="286" y="884"/>
                      <a:pt x="384" y="929"/>
                    </a:cubicBezTo>
                    <a:cubicBezTo>
                      <a:pt x="491" y="982"/>
                      <a:pt x="607" y="1009"/>
                      <a:pt x="723" y="1036"/>
                    </a:cubicBezTo>
                    <a:cubicBezTo>
                      <a:pt x="856" y="1054"/>
                      <a:pt x="972" y="1089"/>
                      <a:pt x="1080" y="1152"/>
                    </a:cubicBezTo>
                    <a:cubicBezTo>
                      <a:pt x="1115" y="1170"/>
                      <a:pt x="1142" y="1197"/>
                      <a:pt x="1160" y="1232"/>
                    </a:cubicBezTo>
                    <a:cubicBezTo>
                      <a:pt x="1178" y="1259"/>
                      <a:pt x="1187" y="1286"/>
                      <a:pt x="1187" y="1312"/>
                    </a:cubicBezTo>
                    <a:cubicBezTo>
                      <a:pt x="1178" y="1393"/>
                      <a:pt x="1133" y="1464"/>
                      <a:pt x="1071" y="1500"/>
                    </a:cubicBezTo>
                    <a:cubicBezTo>
                      <a:pt x="972" y="1571"/>
                      <a:pt x="856" y="1598"/>
                      <a:pt x="741" y="1598"/>
                    </a:cubicBezTo>
                    <a:cubicBezTo>
                      <a:pt x="562" y="1589"/>
                      <a:pt x="384" y="1518"/>
                      <a:pt x="250" y="1393"/>
                    </a:cubicBezTo>
                    <a:cubicBezTo>
                      <a:pt x="224" y="1374"/>
                      <a:pt x="195" y="1365"/>
                      <a:pt x="166" y="1365"/>
                    </a:cubicBezTo>
                    <a:cubicBezTo>
                      <a:pt x="125" y="1365"/>
                      <a:pt x="85" y="1383"/>
                      <a:pt x="54" y="1420"/>
                    </a:cubicBezTo>
                    <a:cubicBezTo>
                      <a:pt x="0" y="1482"/>
                      <a:pt x="18" y="1571"/>
                      <a:pt x="80" y="1616"/>
                    </a:cubicBezTo>
                    <a:cubicBezTo>
                      <a:pt x="268" y="1776"/>
                      <a:pt x="500" y="1866"/>
                      <a:pt x="749" y="1875"/>
                    </a:cubicBezTo>
                    <a:cubicBezTo>
                      <a:pt x="762" y="1875"/>
                      <a:pt x="774" y="1875"/>
                      <a:pt x="786" y="1875"/>
                    </a:cubicBezTo>
                    <a:cubicBezTo>
                      <a:pt x="943" y="1875"/>
                      <a:pt x="1099" y="1822"/>
                      <a:pt x="1231" y="1723"/>
                    </a:cubicBezTo>
                    <a:cubicBezTo>
                      <a:pt x="1365" y="1634"/>
                      <a:pt x="1445" y="1482"/>
                      <a:pt x="1454" y="1321"/>
                    </a:cubicBezTo>
                    <a:cubicBezTo>
                      <a:pt x="1454" y="1241"/>
                      <a:pt x="1436" y="1170"/>
                      <a:pt x="1392" y="1098"/>
                    </a:cubicBezTo>
                    <a:cubicBezTo>
                      <a:pt x="1329" y="1009"/>
                      <a:pt x="1240" y="929"/>
                      <a:pt x="1133" y="884"/>
                    </a:cubicBezTo>
                    <a:cubicBezTo>
                      <a:pt x="1017" y="831"/>
                      <a:pt x="892" y="795"/>
                      <a:pt x="767" y="777"/>
                    </a:cubicBezTo>
                    <a:cubicBezTo>
                      <a:pt x="651" y="759"/>
                      <a:pt x="544" y="715"/>
                      <a:pt x="437" y="661"/>
                    </a:cubicBezTo>
                    <a:cubicBezTo>
                      <a:pt x="410" y="643"/>
                      <a:pt x="384" y="617"/>
                      <a:pt x="366" y="590"/>
                    </a:cubicBezTo>
                    <a:cubicBezTo>
                      <a:pt x="357" y="572"/>
                      <a:pt x="348" y="545"/>
                      <a:pt x="348" y="519"/>
                    </a:cubicBezTo>
                    <a:cubicBezTo>
                      <a:pt x="357" y="447"/>
                      <a:pt x="393" y="385"/>
                      <a:pt x="446" y="349"/>
                    </a:cubicBezTo>
                    <a:cubicBezTo>
                      <a:pt x="535" y="295"/>
                      <a:pt x="642" y="260"/>
                      <a:pt x="741" y="260"/>
                    </a:cubicBezTo>
                    <a:cubicBezTo>
                      <a:pt x="901" y="260"/>
                      <a:pt x="1026" y="340"/>
                      <a:pt x="1160" y="429"/>
                    </a:cubicBezTo>
                    <a:lnTo>
                      <a:pt x="1169" y="429"/>
                    </a:lnTo>
                    <a:cubicBezTo>
                      <a:pt x="1189" y="446"/>
                      <a:pt x="1214" y="454"/>
                      <a:pt x="1240" y="454"/>
                    </a:cubicBezTo>
                    <a:cubicBezTo>
                      <a:pt x="1282" y="454"/>
                      <a:pt x="1325" y="433"/>
                      <a:pt x="1347" y="394"/>
                    </a:cubicBezTo>
                    <a:cubicBezTo>
                      <a:pt x="1392" y="331"/>
                      <a:pt x="1374" y="251"/>
                      <a:pt x="1311" y="206"/>
                    </a:cubicBezTo>
                    <a:cubicBezTo>
                      <a:pt x="1178" y="117"/>
                      <a:pt x="990" y="1"/>
                      <a:pt x="741" y="1"/>
                    </a:cubicBezTo>
                    <a:cubicBezTo>
                      <a:pt x="729" y="0"/>
                      <a:pt x="717" y="0"/>
                      <a:pt x="7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6"/>
              <p:cNvSpPr/>
              <p:nvPr/>
            </p:nvSpPr>
            <p:spPr>
              <a:xfrm flipH="1">
                <a:off x="2367863" y="1661917"/>
                <a:ext cx="235879" cy="305811"/>
              </a:xfrm>
              <a:custGeom>
                <a:avLst/>
                <a:gdLst/>
                <a:ahLst/>
                <a:cxnLst/>
                <a:rect l="l" t="t" r="r" b="b"/>
                <a:pathLst>
                  <a:path w="1447" h="1876" extrusionOk="0">
                    <a:moveTo>
                      <a:pt x="698" y="0"/>
                    </a:moveTo>
                    <a:cubicBezTo>
                      <a:pt x="550" y="0"/>
                      <a:pt x="410" y="52"/>
                      <a:pt x="286" y="135"/>
                    </a:cubicBezTo>
                    <a:cubicBezTo>
                      <a:pt x="161" y="224"/>
                      <a:pt x="81" y="358"/>
                      <a:pt x="72" y="510"/>
                    </a:cubicBezTo>
                    <a:cubicBezTo>
                      <a:pt x="72" y="590"/>
                      <a:pt x="99" y="661"/>
                      <a:pt x="135" y="724"/>
                    </a:cubicBezTo>
                    <a:cubicBezTo>
                      <a:pt x="197" y="813"/>
                      <a:pt x="277" y="884"/>
                      <a:pt x="376" y="929"/>
                    </a:cubicBezTo>
                    <a:cubicBezTo>
                      <a:pt x="483" y="982"/>
                      <a:pt x="599" y="1009"/>
                      <a:pt x="715" y="1036"/>
                    </a:cubicBezTo>
                    <a:lnTo>
                      <a:pt x="723" y="1036"/>
                    </a:lnTo>
                    <a:cubicBezTo>
                      <a:pt x="848" y="1054"/>
                      <a:pt x="964" y="1089"/>
                      <a:pt x="1080" y="1152"/>
                    </a:cubicBezTo>
                    <a:cubicBezTo>
                      <a:pt x="1107" y="1170"/>
                      <a:pt x="1134" y="1197"/>
                      <a:pt x="1152" y="1232"/>
                    </a:cubicBezTo>
                    <a:cubicBezTo>
                      <a:pt x="1169" y="1259"/>
                      <a:pt x="1178" y="1286"/>
                      <a:pt x="1178" y="1312"/>
                    </a:cubicBezTo>
                    <a:cubicBezTo>
                      <a:pt x="1169" y="1393"/>
                      <a:pt x="1125" y="1464"/>
                      <a:pt x="1062" y="1500"/>
                    </a:cubicBezTo>
                    <a:cubicBezTo>
                      <a:pt x="964" y="1562"/>
                      <a:pt x="857" y="1598"/>
                      <a:pt x="741" y="1598"/>
                    </a:cubicBezTo>
                    <a:cubicBezTo>
                      <a:pt x="554" y="1589"/>
                      <a:pt x="376" y="1518"/>
                      <a:pt x="242" y="1393"/>
                    </a:cubicBezTo>
                    <a:cubicBezTo>
                      <a:pt x="216" y="1374"/>
                      <a:pt x="187" y="1365"/>
                      <a:pt x="158" y="1365"/>
                    </a:cubicBezTo>
                    <a:cubicBezTo>
                      <a:pt x="117" y="1365"/>
                      <a:pt x="77" y="1383"/>
                      <a:pt x="45" y="1420"/>
                    </a:cubicBezTo>
                    <a:cubicBezTo>
                      <a:pt x="1" y="1482"/>
                      <a:pt x="10" y="1571"/>
                      <a:pt x="72" y="1616"/>
                    </a:cubicBezTo>
                    <a:cubicBezTo>
                      <a:pt x="260" y="1776"/>
                      <a:pt x="491" y="1866"/>
                      <a:pt x="741" y="1875"/>
                    </a:cubicBezTo>
                    <a:cubicBezTo>
                      <a:pt x="753" y="1875"/>
                      <a:pt x="766" y="1875"/>
                      <a:pt x="778" y="1875"/>
                    </a:cubicBezTo>
                    <a:cubicBezTo>
                      <a:pt x="935" y="1875"/>
                      <a:pt x="1091" y="1822"/>
                      <a:pt x="1223" y="1723"/>
                    </a:cubicBezTo>
                    <a:cubicBezTo>
                      <a:pt x="1357" y="1634"/>
                      <a:pt x="1446" y="1482"/>
                      <a:pt x="1446" y="1321"/>
                    </a:cubicBezTo>
                    <a:cubicBezTo>
                      <a:pt x="1446" y="1241"/>
                      <a:pt x="1428" y="1170"/>
                      <a:pt x="1384" y="1098"/>
                    </a:cubicBezTo>
                    <a:cubicBezTo>
                      <a:pt x="1321" y="1009"/>
                      <a:pt x="1232" y="929"/>
                      <a:pt x="1125" y="884"/>
                    </a:cubicBezTo>
                    <a:cubicBezTo>
                      <a:pt x="1009" y="831"/>
                      <a:pt x="884" y="795"/>
                      <a:pt x="768" y="777"/>
                    </a:cubicBezTo>
                    <a:lnTo>
                      <a:pt x="759" y="777"/>
                    </a:lnTo>
                    <a:cubicBezTo>
                      <a:pt x="643" y="759"/>
                      <a:pt x="536" y="724"/>
                      <a:pt x="429" y="661"/>
                    </a:cubicBezTo>
                    <a:cubicBezTo>
                      <a:pt x="402" y="643"/>
                      <a:pt x="384" y="617"/>
                      <a:pt x="367" y="590"/>
                    </a:cubicBezTo>
                    <a:cubicBezTo>
                      <a:pt x="349" y="572"/>
                      <a:pt x="340" y="545"/>
                      <a:pt x="349" y="519"/>
                    </a:cubicBezTo>
                    <a:cubicBezTo>
                      <a:pt x="349" y="447"/>
                      <a:pt x="384" y="385"/>
                      <a:pt x="447" y="349"/>
                    </a:cubicBezTo>
                    <a:cubicBezTo>
                      <a:pt x="527" y="295"/>
                      <a:pt x="634" y="260"/>
                      <a:pt x="732" y="260"/>
                    </a:cubicBezTo>
                    <a:cubicBezTo>
                      <a:pt x="893" y="260"/>
                      <a:pt x="1018" y="340"/>
                      <a:pt x="1152" y="429"/>
                    </a:cubicBezTo>
                    <a:lnTo>
                      <a:pt x="1161" y="429"/>
                    </a:lnTo>
                    <a:cubicBezTo>
                      <a:pt x="1184" y="446"/>
                      <a:pt x="1210" y="454"/>
                      <a:pt x="1236" y="454"/>
                    </a:cubicBezTo>
                    <a:cubicBezTo>
                      <a:pt x="1277" y="454"/>
                      <a:pt x="1317" y="433"/>
                      <a:pt x="1339" y="394"/>
                    </a:cubicBezTo>
                    <a:cubicBezTo>
                      <a:pt x="1384" y="331"/>
                      <a:pt x="1366" y="251"/>
                      <a:pt x="1303" y="206"/>
                    </a:cubicBezTo>
                    <a:cubicBezTo>
                      <a:pt x="1169" y="117"/>
                      <a:pt x="982" y="1"/>
                      <a:pt x="732" y="1"/>
                    </a:cubicBezTo>
                    <a:cubicBezTo>
                      <a:pt x="721" y="0"/>
                      <a:pt x="709" y="0"/>
                      <a:pt x="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3" name="Google Shape;303;p26"/>
            <p:cNvSpPr/>
            <p:nvPr/>
          </p:nvSpPr>
          <p:spPr>
            <a:xfrm>
              <a:off x="1795627" y="3542440"/>
              <a:ext cx="205588" cy="903489"/>
            </a:xfrm>
            <a:custGeom>
              <a:avLst/>
              <a:gdLst/>
              <a:ahLst/>
              <a:cxnLst/>
              <a:rect l="l" t="t" r="r" b="b"/>
              <a:pathLst>
                <a:path w="1857" h="8913" extrusionOk="0">
                  <a:moveTo>
                    <a:pt x="1" y="1"/>
                  </a:moveTo>
                  <a:lnTo>
                    <a:pt x="206" y="1259"/>
                  </a:lnTo>
                  <a:lnTo>
                    <a:pt x="1624" y="8913"/>
                  </a:lnTo>
                  <a:lnTo>
                    <a:pt x="1856" y="8913"/>
                  </a:lnTo>
                  <a:lnTo>
                    <a:pt x="821" y="1259"/>
                  </a:lnTo>
                  <a:lnTo>
                    <a:pt x="6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6"/>
            <p:cNvSpPr/>
            <p:nvPr/>
          </p:nvSpPr>
          <p:spPr>
            <a:xfrm>
              <a:off x="1795621" y="3542434"/>
              <a:ext cx="91004" cy="139384"/>
            </a:xfrm>
            <a:custGeom>
              <a:avLst/>
              <a:gdLst/>
              <a:ahLst/>
              <a:cxnLst/>
              <a:rect l="l" t="t" r="r" b="b"/>
              <a:pathLst>
                <a:path w="822" h="1259" extrusionOk="0">
                  <a:moveTo>
                    <a:pt x="1" y="1"/>
                  </a:moveTo>
                  <a:lnTo>
                    <a:pt x="206" y="1259"/>
                  </a:lnTo>
                  <a:lnTo>
                    <a:pt x="821" y="1259"/>
                  </a:lnTo>
                  <a:lnTo>
                    <a:pt x="670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6"/>
            <p:cNvSpPr/>
            <p:nvPr/>
          </p:nvSpPr>
          <p:spPr>
            <a:xfrm>
              <a:off x="1302863" y="3542440"/>
              <a:ext cx="205478" cy="903489"/>
            </a:xfrm>
            <a:custGeom>
              <a:avLst/>
              <a:gdLst/>
              <a:ahLst/>
              <a:cxnLst/>
              <a:rect l="l" t="t" r="r" b="b"/>
              <a:pathLst>
                <a:path w="1856" h="8913" extrusionOk="0">
                  <a:moveTo>
                    <a:pt x="1178" y="1"/>
                  </a:moveTo>
                  <a:lnTo>
                    <a:pt x="1026" y="1259"/>
                  </a:lnTo>
                  <a:lnTo>
                    <a:pt x="0" y="8913"/>
                  </a:lnTo>
                  <a:lnTo>
                    <a:pt x="223" y="8913"/>
                  </a:lnTo>
                  <a:lnTo>
                    <a:pt x="1642" y="1259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6"/>
            <p:cNvSpPr/>
            <p:nvPr/>
          </p:nvSpPr>
          <p:spPr>
            <a:xfrm>
              <a:off x="1416449" y="3542440"/>
              <a:ext cx="91889" cy="129658"/>
            </a:xfrm>
            <a:custGeom>
              <a:avLst/>
              <a:gdLst/>
              <a:ahLst/>
              <a:cxnLst/>
              <a:rect l="l" t="t" r="r" b="b"/>
              <a:pathLst>
                <a:path w="830" h="1259" extrusionOk="0">
                  <a:moveTo>
                    <a:pt x="152" y="1"/>
                  </a:moveTo>
                  <a:lnTo>
                    <a:pt x="0" y="1259"/>
                  </a:lnTo>
                  <a:lnTo>
                    <a:pt x="616" y="1259"/>
                  </a:lnTo>
                  <a:lnTo>
                    <a:pt x="830" y="1"/>
                  </a:lnTo>
                  <a:close/>
                </a:path>
              </a:pathLst>
            </a:custGeom>
            <a:solidFill>
              <a:srgbClr val="1A2E35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6"/>
            <p:cNvSpPr/>
            <p:nvPr/>
          </p:nvSpPr>
          <p:spPr>
            <a:xfrm>
              <a:off x="831687" y="3542440"/>
              <a:ext cx="205588" cy="903489"/>
            </a:xfrm>
            <a:custGeom>
              <a:avLst/>
              <a:gdLst/>
              <a:ahLst/>
              <a:cxnLst/>
              <a:rect l="l" t="t" r="r" b="b"/>
              <a:pathLst>
                <a:path w="1857" h="8913" extrusionOk="0">
                  <a:moveTo>
                    <a:pt x="1187" y="1"/>
                  </a:moveTo>
                  <a:lnTo>
                    <a:pt x="1036" y="1259"/>
                  </a:lnTo>
                  <a:lnTo>
                    <a:pt x="1" y="8913"/>
                  </a:lnTo>
                  <a:lnTo>
                    <a:pt x="233" y="8913"/>
                  </a:lnTo>
                  <a:lnTo>
                    <a:pt x="1651" y="1259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6"/>
            <p:cNvSpPr/>
            <p:nvPr/>
          </p:nvSpPr>
          <p:spPr>
            <a:xfrm>
              <a:off x="946270" y="3542440"/>
              <a:ext cx="91004" cy="129658"/>
            </a:xfrm>
            <a:custGeom>
              <a:avLst/>
              <a:gdLst/>
              <a:ahLst/>
              <a:cxnLst/>
              <a:rect l="l" t="t" r="r" b="b"/>
              <a:pathLst>
                <a:path w="822" h="1259" extrusionOk="0">
                  <a:moveTo>
                    <a:pt x="152" y="1"/>
                  </a:moveTo>
                  <a:lnTo>
                    <a:pt x="1" y="1259"/>
                  </a:lnTo>
                  <a:lnTo>
                    <a:pt x="616" y="1259"/>
                  </a:lnTo>
                  <a:lnTo>
                    <a:pt x="821" y="1"/>
                  </a:lnTo>
                  <a:close/>
                </a:path>
              </a:pathLst>
            </a:custGeom>
            <a:solidFill>
              <a:srgbClr val="1A2E35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756626" y="2230882"/>
              <a:ext cx="1265305" cy="1376900"/>
            </a:xfrm>
            <a:custGeom>
              <a:avLst/>
              <a:gdLst/>
              <a:ahLst/>
              <a:cxnLst/>
              <a:rect l="l" t="t" r="r" b="b"/>
              <a:pathLst>
                <a:path w="11429" h="12437" extrusionOk="0">
                  <a:moveTo>
                    <a:pt x="1" y="1"/>
                  </a:moveTo>
                  <a:lnTo>
                    <a:pt x="1045" y="12437"/>
                  </a:lnTo>
                  <a:lnTo>
                    <a:pt x="11429" y="12437"/>
                  </a:lnTo>
                  <a:lnTo>
                    <a:pt x="11429" y="11348"/>
                  </a:lnTo>
                  <a:lnTo>
                    <a:pt x="7539" y="11348"/>
                  </a:lnTo>
                  <a:lnTo>
                    <a:pt x="55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872206" y="3487191"/>
              <a:ext cx="1149723" cy="120563"/>
            </a:xfrm>
            <a:custGeom>
              <a:avLst/>
              <a:gdLst/>
              <a:ahLst/>
              <a:cxnLst/>
              <a:rect l="l" t="t" r="r" b="b"/>
              <a:pathLst>
                <a:path w="10385" h="1089" extrusionOk="0">
                  <a:moveTo>
                    <a:pt x="45" y="0"/>
                  </a:moveTo>
                  <a:lnTo>
                    <a:pt x="1" y="1089"/>
                  </a:lnTo>
                  <a:lnTo>
                    <a:pt x="10385" y="1089"/>
                  </a:lnTo>
                  <a:lnTo>
                    <a:pt x="103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756626" y="2230882"/>
              <a:ext cx="177911" cy="1376900"/>
            </a:xfrm>
            <a:custGeom>
              <a:avLst/>
              <a:gdLst/>
              <a:ahLst/>
              <a:cxnLst/>
              <a:rect l="l" t="t" r="r" b="b"/>
              <a:pathLst>
                <a:path w="1607" h="12437" extrusionOk="0">
                  <a:moveTo>
                    <a:pt x="1" y="1"/>
                  </a:moveTo>
                  <a:lnTo>
                    <a:pt x="1045" y="12437"/>
                  </a:lnTo>
                  <a:lnTo>
                    <a:pt x="1607" y="12437"/>
                  </a:lnTo>
                  <a:lnTo>
                    <a:pt x="5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1260348" y="3814997"/>
              <a:ext cx="678209" cy="917897"/>
            </a:xfrm>
            <a:custGeom>
              <a:avLst/>
              <a:gdLst/>
              <a:ahLst/>
              <a:cxnLst/>
              <a:rect l="l" t="t" r="r" b="b"/>
              <a:pathLst>
                <a:path w="6126" h="8291" extrusionOk="0">
                  <a:moveTo>
                    <a:pt x="2828" y="1"/>
                  </a:moveTo>
                  <a:cubicBezTo>
                    <a:pt x="2828" y="1"/>
                    <a:pt x="1321" y="2588"/>
                    <a:pt x="571" y="4114"/>
                  </a:cubicBezTo>
                  <a:cubicBezTo>
                    <a:pt x="232" y="4792"/>
                    <a:pt x="1" y="5291"/>
                    <a:pt x="18" y="5318"/>
                  </a:cubicBezTo>
                  <a:cubicBezTo>
                    <a:pt x="161" y="5550"/>
                    <a:pt x="5603" y="8262"/>
                    <a:pt x="5817" y="8289"/>
                  </a:cubicBezTo>
                  <a:cubicBezTo>
                    <a:pt x="5823" y="8290"/>
                    <a:pt x="5829" y="8290"/>
                    <a:pt x="5835" y="8290"/>
                  </a:cubicBezTo>
                  <a:cubicBezTo>
                    <a:pt x="6036" y="8290"/>
                    <a:pt x="6126" y="7701"/>
                    <a:pt x="6004" y="7441"/>
                  </a:cubicBezTo>
                  <a:cubicBezTo>
                    <a:pt x="5960" y="7334"/>
                    <a:pt x="5701" y="6995"/>
                    <a:pt x="5398" y="6611"/>
                  </a:cubicBezTo>
                  <a:cubicBezTo>
                    <a:pt x="4898" y="5987"/>
                    <a:pt x="4300" y="5255"/>
                    <a:pt x="4300" y="5255"/>
                  </a:cubicBezTo>
                  <a:lnTo>
                    <a:pt x="6103" y="1839"/>
                  </a:lnTo>
                  <a:lnTo>
                    <a:pt x="2828" y="1"/>
                  </a:lnTo>
                  <a:close/>
                </a:path>
              </a:pathLst>
            </a:custGeom>
            <a:solidFill>
              <a:srgbClr val="BF5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1260348" y="4270337"/>
              <a:ext cx="678209" cy="462546"/>
            </a:xfrm>
            <a:custGeom>
              <a:avLst/>
              <a:gdLst/>
              <a:ahLst/>
              <a:cxnLst/>
              <a:rect l="l" t="t" r="r" b="b"/>
              <a:pathLst>
                <a:path w="6126" h="4178" extrusionOk="0">
                  <a:moveTo>
                    <a:pt x="571" y="1"/>
                  </a:moveTo>
                  <a:cubicBezTo>
                    <a:pt x="232" y="679"/>
                    <a:pt x="1" y="1178"/>
                    <a:pt x="18" y="1205"/>
                  </a:cubicBezTo>
                  <a:cubicBezTo>
                    <a:pt x="161" y="1437"/>
                    <a:pt x="5603" y="4149"/>
                    <a:pt x="5817" y="4176"/>
                  </a:cubicBezTo>
                  <a:cubicBezTo>
                    <a:pt x="5823" y="4177"/>
                    <a:pt x="5829" y="4177"/>
                    <a:pt x="5835" y="4177"/>
                  </a:cubicBezTo>
                  <a:cubicBezTo>
                    <a:pt x="6036" y="4177"/>
                    <a:pt x="6126" y="3588"/>
                    <a:pt x="6004" y="3328"/>
                  </a:cubicBezTo>
                  <a:cubicBezTo>
                    <a:pt x="5960" y="3221"/>
                    <a:pt x="5701" y="2882"/>
                    <a:pt x="5398" y="2498"/>
                  </a:cubicBezTo>
                  <a:lnTo>
                    <a:pt x="5398" y="2498"/>
                  </a:lnTo>
                  <a:cubicBezTo>
                    <a:pt x="5478" y="2686"/>
                    <a:pt x="5496" y="2855"/>
                    <a:pt x="5398" y="2944"/>
                  </a:cubicBezTo>
                  <a:cubicBezTo>
                    <a:pt x="5386" y="2956"/>
                    <a:pt x="5367" y="2961"/>
                    <a:pt x="5340" y="2961"/>
                  </a:cubicBezTo>
                  <a:cubicBezTo>
                    <a:pt x="4830" y="2961"/>
                    <a:pt x="1717" y="908"/>
                    <a:pt x="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999630" y="2938082"/>
              <a:ext cx="1265305" cy="1426277"/>
            </a:xfrm>
            <a:custGeom>
              <a:avLst/>
              <a:gdLst/>
              <a:ahLst/>
              <a:cxnLst/>
              <a:rect l="l" t="t" r="r" b="b"/>
              <a:pathLst>
                <a:path w="11429" h="12883" extrusionOk="0">
                  <a:moveTo>
                    <a:pt x="1124" y="0"/>
                  </a:moveTo>
                  <a:cubicBezTo>
                    <a:pt x="1124" y="0"/>
                    <a:pt x="0" y="2079"/>
                    <a:pt x="1472" y="3533"/>
                  </a:cubicBezTo>
                  <a:cubicBezTo>
                    <a:pt x="2855" y="4916"/>
                    <a:pt x="6058" y="4755"/>
                    <a:pt x="6325" y="5103"/>
                  </a:cubicBezTo>
                  <a:cubicBezTo>
                    <a:pt x="6406" y="5201"/>
                    <a:pt x="3506" y="10875"/>
                    <a:pt x="3506" y="10875"/>
                  </a:cubicBezTo>
                  <a:lnTo>
                    <a:pt x="7307" y="12882"/>
                  </a:lnTo>
                  <a:cubicBezTo>
                    <a:pt x="7307" y="12882"/>
                    <a:pt x="11428" y="5870"/>
                    <a:pt x="11054" y="3301"/>
                  </a:cubicBezTo>
                  <a:cubicBezTo>
                    <a:pt x="10831" y="1811"/>
                    <a:pt x="5192" y="1267"/>
                    <a:pt x="5085" y="1178"/>
                  </a:cubicBezTo>
                  <a:cubicBezTo>
                    <a:pt x="4916" y="1044"/>
                    <a:pt x="4952" y="0"/>
                    <a:pt x="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1431170" y="4073831"/>
              <a:ext cx="404092" cy="213449"/>
            </a:xfrm>
            <a:custGeom>
              <a:avLst/>
              <a:gdLst/>
              <a:ahLst/>
              <a:cxnLst/>
              <a:rect l="l" t="t" r="r" b="b"/>
              <a:pathLst>
                <a:path w="3650" h="1928" extrusionOk="0">
                  <a:moveTo>
                    <a:pt x="10" y="0"/>
                  </a:moveTo>
                  <a:cubicBezTo>
                    <a:pt x="10" y="0"/>
                    <a:pt x="1" y="0"/>
                    <a:pt x="1" y="9"/>
                  </a:cubicBezTo>
                  <a:cubicBezTo>
                    <a:pt x="1" y="9"/>
                    <a:pt x="1" y="9"/>
                    <a:pt x="1" y="18"/>
                  </a:cubicBezTo>
                  <a:cubicBezTo>
                    <a:pt x="242" y="143"/>
                    <a:pt x="474" y="286"/>
                    <a:pt x="706" y="411"/>
                  </a:cubicBezTo>
                  <a:cubicBezTo>
                    <a:pt x="946" y="536"/>
                    <a:pt x="1170" y="660"/>
                    <a:pt x="1410" y="785"/>
                  </a:cubicBezTo>
                  <a:cubicBezTo>
                    <a:pt x="1874" y="1035"/>
                    <a:pt x="2347" y="1276"/>
                    <a:pt x="2820" y="1526"/>
                  </a:cubicBezTo>
                  <a:cubicBezTo>
                    <a:pt x="3088" y="1668"/>
                    <a:pt x="3355" y="1802"/>
                    <a:pt x="3632" y="1927"/>
                  </a:cubicBezTo>
                  <a:lnTo>
                    <a:pt x="3641" y="1927"/>
                  </a:lnTo>
                  <a:cubicBezTo>
                    <a:pt x="3650" y="1918"/>
                    <a:pt x="3650" y="1909"/>
                    <a:pt x="3641" y="1909"/>
                  </a:cubicBezTo>
                  <a:cubicBezTo>
                    <a:pt x="3186" y="1633"/>
                    <a:pt x="2713" y="1383"/>
                    <a:pt x="2249" y="1124"/>
                  </a:cubicBezTo>
                  <a:cubicBezTo>
                    <a:pt x="1776" y="866"/>
                    <a:pt x="1303" y="625"/>
                    <a:pt x="831" y="393"/>
                  </a:cubicBezTo>
                  <a:cubicBezTo>
                    <a:pt x="554" y="259"/>
                    <a:pt x="286" y="134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1210972" y="2974837"/>
              <a:ext cx="665810" cy="1117285"/>
            </a:xfrm>
            <a:custGeom>
              <a:avLst/>
              <a:gdLst/>
              <a:ahLst/>
              <a:cxnLst/>
              <a:rect l="l" t="t" r="r" b="b"/>
              <a:pathLst>
                <a:path w="6014" h="10092" extrusionOk="0">
                  <a:moveTo>
                    <a:pt x="81" y="0"/>
                  </a:moveTo>
                  <a:cubicBezTo>
                    <a:pt x="76" y="0"/>
                    <a:pt x="72" y="3"/>
                    <a:pt x="72" y="7"/>
                  </a:cubicBezTo>
                  <a:cubicBezTo>
                    <a:pt x="45" y="444"/>
                    <a:pt x="0" y="872"/>
                    <a:pt x="99" y="1301"/>
                  </a:cubicBezTo>
                  <a:cubicBezTo>
                    <a:pt x="143" y="1515"/>
                    <a:pt x="223" y="1711"/>
                    <a:pt x="339" y="1889"/>
                  </a:cubicBezTo>
                  <a:cubicBezTo>
                    <a:pt x="464" y="2068"/>
                    <a:pt x="616" y="2220"/>
                    <a:pt x="786" y="2353"/>
                  </a:cubicBezTo>
                  <a:cubicBezTo>
                    <a:pt x="1499" y="2915"/>
                    <a:pt x="2400" y="3183"/>
                    <a:pt x="3266" y="3406"/>
                  </a:cubicBezTo>
                  <a:cubicBezTo>
                    <a:pt x="3756" y="3531"/>
                    <a:pt x="4247" y="3647"/>
                    <a:pt x="4738" y="3772"/>
                  </a:cubicBezTo>
                  <a:lnTo>
                    <a:pt x="5496" y="3959"/>
                  </a:lnTo>
                  <a:cubicBezTo>
                    <a:pt x="5612" y="3968"/>
                    <a:pt x="5719" y="4013"/>
                    <a:pt x="5808" y="4075"/>
                  </a:cubicBezTo>
                  <a:cubicBezTo>
                    <a:pt x="5879" y="4155"/>
                    <a:pt x="5915" y="4253"/>
                    <a:pt x="5906" y="4352"/>
                  </a:cubicBezTo>
                  <a:cubicBezTo>
                    <a:pt x="5897" y="4459"/>
                    <a:pt x="5871" y="4557"/>
                    <a:pt x="5826" y="4655"/>
                  </a:cubicBezTo>
                  <a:cubicBezTo>
                    <a:pt x="5781" y="4771"/>
                    <a:pt x="5737" y="4896"/>
                    <a:pt x="5692" y="5012"/>
                  </a:cubicBezTo>
                  <a:cubicBezTo>
                    <a:pt x="5594" y="5244"/>
                    <a:pt x="5496" y="5476"/>
                    <a:pt x="5398" y="5699"/>
                  </a:cubicBezTo>
                  <a:cubicBezTo>
                    <a:pt x="5201" y="6163"/>
                    <a:pt x="4996" y="6618"/>
                    <a:pt x="4782" y="7073"/>
                  </a:cubicBezTo>
                  <a:cubicBezTo>
                    <a:pt x="4354" y="7974"/>
                    <a:pt x="3899" y="8866"/>
                    <a:pt x="3435" y="9749"/>
                  </a:cubicBezTo>
                  <a:cubicBezTo>
                    <a:pt x="3382" y="9865"/>
                    <a:pt x="3319" y="9972"/>
                    <a:pt x="3266" y="10088"/>
                  </a:cubicBezTo>
                  <a:cubicBezTo>
                    <a:pt x="3266" y="10088"/>
                    <a:pt x="3270" y="10092"/>
                    <a:pt x="3272" y="10092"/>
                  </a:cubicBezTo>
                  <a:cubicBezTo>
                    <a:pt x="3273" y="10092"/>
                    <a:pt x="3274" y="10091"/>
                    <a:pt x="3274" y="10088"/>
                  </a:cubicBezTo>
                  <a:cubicBezTo>
                    <a:pt x="3774" y="9214"/>
                    <a:pt x="4238" y="8321"/>
                    <a:pt x="4675" y="7412"/>
                  </a:cubicBezTo>
                  <a:cubicBezTo>
                    <a:pt x="5121" y="6510"/>
                    <a:pt x="5532" y="5609"/>
                    <a:pt x="5888" y="4673"/>
                  </a:cubicBezTo>
                  <a:cubicBezTo>
                    <a:pt x="5951" y="4503"/>
                    <a:pt x="6013" y="4298"/>
                    <a:pt x="5933" y="4138"/>
                  </a:cubicBezTo>
                  <a:cubicBezTo>
                    <a:pt x="5835" y="3941"/>
                    <a:pt x="5585" y="3906"/>
                    <a:pt x="5398" y="3861"/>
                  </a:cubicBezTo>
                  <a:cubicBezTo>
                    <a:pt x="4889" y="3736"/>
                    <a:pt x="4381" y="3611"/>
                    <a:pt x="3872" y="3486"/>
                  </a:cubicBezTo>
                  <a:cubicBezTo>
                    <a:pt x="2971" y="3254"/>
                    <a:pt x="2034" y="3049"/>
                    <a:pt x="1232" y="2567"/>
                  </a:cubicBezTo>
                  <a:cubicBezTo>
                    <a:pt x="839" y="2344"/>
                    <a:pt x="464" y="2050"/>
                    <a:pt x="277" y="1640"/>
                  </a:cubicBezTo>
                  <a:cubicBezTo>
                    <a:pt x="81" y="1220"/>
                    <a:pt x="81" y="774"/>
                    <a:pt x="81" y="337"/>
                  </a:cubicBezTo>
                  <a:cubicBezTo>
                    <a:pt x="81" y="221"/>
                    <a:pt x="81" y="114"/>
                    <a:pt x="90" y="7"/>
                  </a:cubicBezTo>
                  <a:cubicBezTo>
                    <a:pt x="90" y="3"/>
                    <a:pt x="85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2176899" y="4099515"/>
              <a:ext cx="958084" cy="659167"/>
            </a:xfrm>
            <a:custGeom>
              <a:avLst/>
              <a:gdLst/>
              <a:ahLst/>
              <a:cxnLst/>
              <a:rect l="l" t="t" r="r" b="b"/>
              <a:pathLst>
                <a:path w="8654" h="5954" extrusionOk="0">
                  <a:moveTo>
                    <a:pt x="0" y="0"/>
                  </a:moveTo>
                  <a:cubicBezTo>
                    <a:pt x="0" y="0"/>
                    <a:pt x="910" y="2195"/>
                    <a:pt x="1909" y="4461"/>
                  </a:cubicBezTo>
                  <a:cubicBezTo>
                    <a:pt x="1909" y="4461"/>
                    <a:pt x="1909" y="5772"/>
                    <a:pt x="1936" y="5781"/>
                  </a:cubicBezTo>
                  <a:cubicBezTo>
                    <a:pt x="2097" y="5890"/>
                    <a:pt x="5298" y="5953"/>
                    <a:pt x="7153" y="5953"/>
                  </a:cubicBezTo>
                  <a:cubicBezTo>
                    <a:pt x="7874" y="5953"/>
                    <a:pt x="8391" y="5944"/>
                    <a:pt x="8448" y="5924"/>
                  </a:cubicBezTo>
                  <a:cubicBezTo>
                    <a:pt x="8654" y="5852"/>
                    <a:pt x="8475" y="5264"/>
                    <a:pt x="8252" y="5076"/>
                  </a:cubicBezTo>
                  <a:cubicBezTo>
                    <a:pt x="8163" y="5005"/>
                    <a:pt x="7779" y="4809"/>
                    <a:pt x="7342" y="4603"/>
                  </a:cubicBezTo>
                  <a:cubicBezTo>
                    <a:pt x="6629" y="4256"/>
                    <a:pt x="5763" y="3863"/>
                    <a:pt x="5763" y="3863"/>
                  </a:cubicBezTo>
                  <a:lnTo>
                    <a:pt x="4256" y="0"/>
                  </a:lnTo>
                  <a:close/>
                </a:path>
              </a:pathLst>
            </a:custGeom>
            <a:solidFill>
              <a:srgbClr val="BF5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6"/>
            <p:cNvSpPr/>
            <p:nvPr/>
          </p:nvSpPr>
          <p:spPr>
            <a:xfrm>
              <a:off x="2387245" y="4593271"/>
              <a:ext cx="747735" cy="165401"/>
            </a:xfrm>
            <a:custGeom>
              <a:avLst/>
              <a:gdLst/>
              <a:ahLst/>
              <a:cxnLst/>
              <a:rect l="l" t="t" r="r" b="b"/>
              <a:pathLst>
                <a:path w="6754" h="1494" extrusionOk="0">
                  <a:moveTo>
                    <a:pt x="9" y="1"/>
                  </a:moveTo>
                  <a:lnTo>
                    <a:pt x="9" y="1"/>
                  </a:lnTo>
                  <a:cubicBezTo>
                    <a:pt x="0" y="759"/>
                    <a:pt x="9" y="1312"/>
                    <a:pt x="36" y="1321"/>
                  </a:cubicBezTo>
                  <a:cubicBezTo>
                    <a:pt x="197" y="1430"/>
                    <a:pt x="3398" y="1493"/>
                    <a:pt x="5253" y="1493"/>
                  </a:cubicBezTo>
                  <a:cubicBezTo>
                    <a:pt x="5974" y="1493"/>
                    <a:pt x="6491" y="1484"/>
                    <a:pt x="6548" y="1464"/>
                  </a:cubicBezTo>
                  <a:cubicBezTo>
                    <a:pt x="6754" y="1392"/>
                    <a:pt x="6575" y="804"/>
                    <a:pt x="6352" y="616"/>
                  </a:cubicBezTo>
                  <a:cubicBezTo>
                    <a:pt x="6263" y="545"/>
                    <a:pt x="5879" y="358"/>
                    <a:pt x="5442" y="143"/>
                  </a:cubicBezTo>
                  <a:lnTo>
                    <a:pt x="5442" y="143"/>
                  </a:lnTo>
                  <a:cubicBezTo>
                    <a:pt x="5585" y="277"/>
                    <a:pt x="5683" y="420"/>
                    <a:pt x="5639" y="545"/>
                  </a:cubicBezTo>
                  <a:cubicBezTo>
                    <a:pt x="5614" y="612"/>
                    <a:pt x="5410" y="640"/>
                    <a:pt x="5090" y="640"/>
                  </a:cubicBezTo>
                  <a:cubicBezTo>
                    <a:pt x="3919" y="640"/>
                    <a:pt x="1193" y="260"/>
                    <a:pt x="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6"/>
            <p:cNvSpPr/>
            <p:nvPr/>
          </p:nvSpPr>
          <p:spPr>
            <a:xfrm>
              <a:off x="897890" y="2938082"/>
              <a:ext cx="1882513" cy="1498349"/>
            </a:xfrm>
            <a:custGeom>
              <a:avLst/>
              <a:gdLst/>
              <a:ahLst/>
              <a:cxnLst/>
              <a:rect l="l" t="t" r="r" b="b"/>
              <a:pathLst>
                <a:path w="17004" h="13534" extrusionOk="0">
                  <a:moveTo>
                    <a:pt x="1383" y="0"/>
                  </a:moveTo>
                  <a:cubicBezTo>
                    <a:pt x="1383" y="0"/>
                    <a:pt x="0" y="2775"/>
                    <a:pt x="1383" y="4309"/>
                  </a:cubicBezTo>
                  <a:cubicBezTo>
                    <a:pt x="2052" y="5040"/>
                    <a:pt x="3506" y="5576"/>
                    <a:pt x="5023" y="5977"/>
                  </a:cubicBezTo>
                  <a:cubicBezTo>
                    <a:pt x="5603" y="6129"/>
                    <a:pt x="6201" y="6272"/>
                    <a:pt x="6754" y="6396"/>
                  </a:cubicBezTo>
                  <a:lnTo>
                    <a:pt x="6763" y="6396"/>
                  </a:lnTo>
                  <a:cubicBezTo>
                    <a:pt x="8270" y="6727"/>
                    <a:pt x="9537" y="6950"/>
                    <a:pt x="9724" y="7155"/>
                  </a:cubicBezTo>
                  <a:cubicBezTo>
                    <a:pt x="10099" y="7547"/>
                    <a:pt x="12410" y="13498"/>
                    <a:pt x="12410" y="13498"/>
                  </a:cubicBezTo>
                  <a:lnTo>
                    <a:pt x="17004" y="13533"/>
                  </a:lnTo>
                  <a:cubicBezTo>
                    <a:pt x="17004" y="13533"/>
                    <a:pt x="14399" y="6138"/>
                    <a:pt x="13471" y="4835"/>
                  </a:cubicBezTo>
                  <a:cubicBezTo>
                    <a:pt x="12998" y="4157"/>
                    <a:pt x="11767" y="3595"/>
                    <a:pt x="10394" y="3149"/>
                  </a:cubicBezTo>
                  <a:cubicBezTo>
                    <a:pt x="7976" y="2364"/>
                    <a:pt x="5094" y="1945"/>
                    <a:pt x="5094" y="1945"/>
                  </a:cubicBezTo>
                  <a:cubicBezTo>
                    <a:pt x="5398" y="1204"/>
                    <a:pt x="5300" y="0"/>
                    <a:pt x="53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6"/>
            <p:cNvSpPr/>
            <p:nvPr/>
          </p:nvSpPr>
          <p:spPr>
            <a:xfrm>
              <a:off x="2267680" y="4350932"/>
              <a:ext cx="456457" cy="12400"/>
            </a:xfrm>
            <a:custGeom>
              <a:avLst/>
              <a:gdLst/>
              <a:ahLst/>
              <a:cxnLst/>
              <a:rect l="l" t="t" r="r" b="b"/>
              <a:pathLst>
                <a:path w="4123" h="112" extrusionOk="0">
                  <a:moveTo>
                    <a:pt x="1381" y="0"/>
                  </a:moveTo>
                  <a:cubicBezTo>
                    <a:pt x="1224" y="0"/>
                    <a:pt x="1068" y="1"/>
                    <a:pt x="911" y="4"/>
                  </a:cubicBezTo>
                  <a:cubicBezTo>
                    <a:pt x="608" y="4"/>
                    <a:pt x="313" y="22"/>
                    <a:pt x="10" y="31"/>
                  </a:cubicBezTo>
                  <a:lnTo>
                    <a:pt x="1" y="31"/>
                  </a:lnTo>
                  <a:cubicBezTo>
                    <a:pt x="1" y="40"/>
                    <a:pt x="1" y="40"/>
                    <a:pt x="1" y="40"/>
                  </a:cubicBezTo>
                  <a:lnTo>
                    <a:pt x="10" y="40"/>
                  </a:lnTo>
                  <a:cubicBezTo>
                    <a:pt x="278" y="49"/>
                    <a:pt x="545" y="66"/>
                    <a:pt x="813" y="75"/>
                  </a:cubicBezTo>
                  <a:cubicBezTo>
                    <a:pt x="1080" y="84"/>
                    <a:pt x="1339" y="84"/>
                    <a:pt x="1607" y="93"/>
                  </a:cubicBezTo>
                  <a:cubicBezTo>
                    <a:pt x="2142" y="102"/>
                    <a:pt x="2668" y="102"/>
                    <a:pt x="3204" y="111"/>
                  </a:cubicBezTo>
                  <a:cubicBezTo>
                    <a:pt x="3507" y="111"/>
                    <a:pt x="3810" y="111"/>
                    <a:pt x="4114" y="102"/>
                  </a:cubicBezTo>
                  <a:cubicBezTo>
                    <a:pt x="4114" y="102"/>
                    <a:pt x="4123" y="93"/>
                    <a:pt x="4123" y="93"/>
                  </a:cubicBezTo>
                  <a:cubicBezTo>
                    <a:pt x="4123" y="84"/>
                    <a:pt x="4114" y="84"/>
                    <a:pt x="4114" y="84"/>
                  </a:cubicBezTo>
                  <a:cubicBezTo>
                    <a:pt x="3578" y="40"/>
                    <a:pt x="3043" y="31"/>
                    <a:pt x="2508" y="13"/>
                  </a:cubicBezTo>
                  <a:cubicBezTo>
                    <a:pt x="2136" y="7"/>
                    <a:pt x="1759" y="0"/>
                    <a:pt x="1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1109231" y="2999303"/>
              <a:ext cx="167061" cy="155326"/>
            </a:xfrm>
            <a:custGeom>
              <a:avLst/>
              <a:gdLst/>
              <a:ahLst/>
              <a:cxnLst/>
              <a:rect l="l" t="t" r="r" b="b"/>
              <a:pathLst>
                <a:path w="1509" h="1403" extrusionOk="0">
                  <a:moveTo>
                    <a:pt x="1490" y="0"/>
                  </a:moveTo>
                  <a:cubicBezTo>
                    <a:pt x="1481" y="0"/>
                    <a:pt x="1473" y="9"/>
                    <a:pt x="1473" y="18"/>
                  </a:cubicBezTo>
                  <a:cubicBezTo>
                    <a:pt x="1464" y="36"/>
                    <a:pt x="1455" y="54"/>
                    <a:pt x="1446" y="72"/>
                  </a:cubicBezTo>
                  <a:cubicBezTo>
                    <a:pt x="1446" y="72"/>
                    <a:pt x="1446" y="72"/>
                    <a:pt x="1446" y="80"/>
                  </a:cubicBezTo>
                  <a:cubicBezTo>
                    <a:pt x="1401" y="241"/>
                    <a:pt x="1374" y="411"/>
                    <a:pt x="1330" y="571"/>
                  </a:cubicBezTo>
                  <a:cubicBezTo>
                    <a:pt x="1276" y="741"/>
                    <a:pt x="1178" y="892"/>
                    <a:pt x="1027" y="990"/>
                  </a:cubicBezTo>
                  <a:cubicBezTo>
                    <a:pt x="732" y="1205"/>
                    <a:pt x="357" y="1294"/>
                    <a:pt x="10" y="1383"/>
                  </a:cubicBezTo>
                  <a:cubicBezTo>
                    <a:pt x="1" y="1383"/>
                    <a:pt x="1" y="1401"/>
                    <a:pt x="10" y="1401"/>
                  </a:cubicBezTo>
                  <a:cubicBezTo>
                    <a:pt x="30" y="1402"/>
                    <a:pt x="51" y="1402"/>
                    <a:pt x="72" y="1402"/>
                  </a:cubicBezTo>
                  <a:cubicBezTo>
                    <a:pt x="257" y="1402"/>
                    <a:pt x="440" y="1368"/>
                    <a:pt x="616" y="1312"/>
                  </a:cubicBezTo>
                  <a:cubicBezTo>
                    <a:pt x="795" y="1267"/>
                    <a:pt x="973" y="1178"/>
                    <a:pt x="1125" y="1071"/>
                  </a:cubicBezTo>
                  <a:cubicBezTo>
                    <a:pt x="1267" y="964"/>
                    <a:pt x="1374" y="803"/>
                    <a:pt x="1419" y="634"/>
                  </a:cubicBezTo>
                  <a:cubicBezTo>
                    <a:pt x="1437" y="535"/>
                    <a:pt x="1455" y="446"/>
                    <a:pt x="1473" y="348"/>
                  </a:cubicBezTo>
                  <a:cubicBezTo>
                    <a:pt x="1490" y="241"/>
                    <a:pt x="1499" y="125"/>
                    <a:pt x="1508" y="18"/>
                  </a:cubicBezTo>
                  <a:cubicBezTo>
                    <a:pt x="1508" y="9"/>
                    <a:pt x="1499" y="0"/>
                    <a:pt x="1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1388769" y="2992328"/>
              <a:ext cx="155105" cy="198614"/>
            </a:xfrm>
            <a:custGeom>
              <a:avLst/>
              <a:gdLst/>
              <a:ahLst/>
              <a:cxnLst/>
              <a:rect l="l" t="t" r="r" b="b"/>
              <a:pathLst>
                <a:path w="1401" h="1794" extrusionOk="0">
                  <a:moveTo>
                    <a:pt x="678" y="1"/>
                  </a:moveTo>
                  <a:cubicBezTo>
                    <a:pt x="678" y="1"/>
                    <a:pt x="669" y="1"/>
                    <a:pt x="669" y="10"/>
                  </a:cubicBezTo>
                  <a:cubicBezTo>
                    <a:pt x="625" y="206"/>
                    <a:pt x="571" y="411"/>
                    <a:pt x="536" y="616"/>
                  </a:cubicBezTo>
                  <a:cubicBezTo>
                    <a:pt x="518" y="714"/>
                    <a:pt x="500" y="821"/>
                    <a:pt x="491" y="920"/>
                  </a:cubicBezTo>
                  <a:cubicBezTo>
                    <a:pt x="473" y="1000"/>
                    <a:pt x="482" y="1098"/>
                    <a:pt x="509" y="1178"/>
                  </a:cubicBezTo>
                  <a:cubicBezTo>
                    <a:pt x="536" y="1232"/>
                    <a:pt x="598" y="1276"/>
                    <a:pt x="660" y="1285"/>
                  </a:cubicBezTo>
                  <a:lnTo>
                    <a:pt x="651" y="1312"/>
                  </a:lnTo>
                  <a:cubicBezTo>
                    <a:pt x="643" y="1321"/>
                    <a:pt x="643" y="1339"/>
                    <a:pt x="634" y="1357"/>
                  </a:cubicBezTo>
                  <a:cubicBezTo>
                    <a:pt x="634" y="1375"/>
                    <a:pt x="625" y="1392"/>
                    <a:pt x="625" y="1410"/>
                  </a:cubicBezTo>
                  <a:cubicBezTo>
                    <a:pt x="616" y="1428"/>
                    <a:pt x="616" y="1446"/>
                    <a:pt x="616" y="1473"/>
                  </a:cubicBezTo>
                  <a:cubicBezTo>
                    <a:pt x="616" y="1473"/>
                    <a:pt x="625" y="1482"/>
                    <a:pt x="625" y="1482"/>
                  </a:cubicBezTo>
                  <a:cubicBezTo>
                    <a:pt x="536" y="1526"/>
                    <a:pt x="437" y="1562"/>
                    <a:pt x="348" y="1607"/>
                  </a:cubicBezTo>
                  <a:cubicBezTo>
                    <a:pt x="232" y="1651"/>
                    <a:pt x="116" y="1705"/>
                    <a:pt x="9" y="1767"/>
                  </a:cubicBezTo>
                  <a:cubicBezTo>
                    <a:pt x="0" y="1776"/>
                    <a:pt x="9" y="1794"/>
                    <a:pt x="18" y="1794"/>
                  </a:cubicBezTo>
                  <a:cubicBezTo>
                    <a:pt x="143" y="1758"/>
                    <a:pt x="259" y="1714"/>
                    <a:pt x="375" y="1660"/>
                  </a:cubicBezTo>
                  <a:cubicBezTo>
                    <a:pt x="491" y="1615"/>
                    <a:pt x="607" y="1571"/>
                    <a:pt x="723" y="1526"/>
                  </a:cubicBezTo>
                  <a:cubicBezTo>
                    <a:pt x="955" y="1437"/>
                    <a:pt x="1178" y="1330"/>
                    <a:pt x="1392" y="1214"/>
                  </a:cubicBezTo>
                  <a:cubicBezTo>
                    <a:pt x="1401" y="1205"/>
                    <a:pt x="1401" y="1196"/>
                    <a:pt x="1401" y="1187"/>
                  </a:cubicBezTo>
                  <a:cubicBezTo>
                    <a:pt x="1395" y="1187"/>
                    <a:pt x="1389" y="1183"/>
                    <a:pt x="1386" y="1183"/>
                  </a:cubicBezTo>
                  <a:cubicBezTo>
                    <a:pt x="1384" y="1183"/>
                    <a:pt x="1383" y="1184"/>
                    <a:pt x="1383" y="1187"/>
                  </a:cubicBezTo>
                  <a:cubicBezTo>
                    <a:pt x="1133" y="1259"/>
                    <a:pt x="901" y="1348"/>
                    <a:pt x="678" y="1455"/>
                  </a:cubicBezTo>
                  <a:lnTo>
                    <a:pt x="660" y="1455"/>
                  </a:lnTo>
                  <a:cubicBezTo>
                    <a:pt x="669" y="1446"/>
                    <a:pt x="669" y="1428"/>
                    <a:pt x="678" y="1419"/>
                  </a:cubicBezTo>
                  <a:cubicBezTo>
                    <a:pt x="678" y="1401"/>
                    <a:pt x="678" y="1384"/>
                    <a:pt x="687" y="1366"/>
                  </a:cubicBezTo>
                  <a:cubicBezTo>
                    <a:pt x="687" y="1348"/>
                    <a:pt x="687" y="1330"/>
                    <a:pt x="687" y="1312"/>
                  </a:cubicBezTo>
                  <a:lnTo>
                    <a:pt x="687" y="1285"/>
                  </a:lnTo>
                  <a:cubicBezTo>
                    <a:pt x="750" y="1285"/>
                    <a:pt x="803" y="1259"/>
                    <a:pt x="839" y="1205"/>
                  </a:cubicBezTo>
                  <a:cubicBezTo>
                    <a:pt x="883" y="1143"/>
                    <a:pt x="919" y="1071"/>
                    <a:pt x="937" y="991"/>
                  </a:cubicBezTo>
                  <a:cubicBezTo>
                    <a:pt x="964" y="893"/>
                    <a:pt x="982" y="786"/>
                    <a:pt x="1008" y="688"/>
                  </a:cubicBezTo>
                  <a:cubicBezTo>
                    <a:pt x="1035" y="590"/>
                    <a:pt x="1053" y="465"/>
                    <a:pt x="1071" y="349"/>
                  </a:cubicBezTo>
                  <a:cubicBezTo>
                    <a:pt x="1089" y="233"/>
                    <a:pt x="1106" y="126"/>
                    <a:pt x="1106" y="10"/>
                  </a:cubicBezTo>
                  <a:cubicBezTo>
                    <a:pt x="1106" y="1"/>
                    <a:pt x="1098" y="1"/>
                    <a:pt x="1089" y="1"/>
                  </a:cubicBezTo>
                  <a:cubicBezTo>
                    <a:pt x="1089" y="1"/>
                    <a:pt x="1080" y="10"/>
                    <a:pt x="1080" y="10"/>
                  </a:cubicBezTo>
                  <a:cubicBezTo>
                    <a:pt x="1053" y="117"/>
                    <a:pt x="1044" y="224"/>
                    <a:pt x="1017" y="331"/>
                  </a:cubicBezTo>
                  <a:cubicBezTo>
                    <a:pt x="999" y="429"/>
                    <a:pt x="982" y="536"/>
                    <a:pt x="955" y="643"/>
                  </a:cubicBezTo>
                  <a:cubicBezTo>
                    <a:pt x="928" y="750"/>
                    <a:pt x="901" y="848"/>
                    <a:pt x="883" y="955"/>
                  </a:cubicBezTo>
                  <a:cubicBezTo>
                    <a:pt x="857" y="1053"/>
                    <a:pt x="830" y="1178"/>
                    <a:pt x="723" y="1205"/>
                  </a:cubicBezTo>
                  <a:cubicBezTo>
                    <a:pt x="710" y="1209"/>
                    <a:pt x="697" y="1211"/>
                    <a:pt x="686" y="1211"/>
                  </a:cubicBezTo>
                  <a:cubicBezTo>
                    <a:pt x="511" y="1211"/>
                    <a:pt x="598" y="771"/>
                    <a:pt x="607" y="679"/>
                  </a:cubicBezTo>
                  <a:cubicBezTo>
                    <a:pt x="634" y="456"/>
                    <a:pt x="643" y="233"/>
                    <a:pt x="687" y="10"/>
                  </a:cubicBezTo>
                  <a:cubicBezTo>
                    <a:pt x="687" y="10"/>
                    <a:pt x="687" y="1"/>
                    <a:pt x="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1024318" y="2970962"/>
              <a:ext cx="1284790" cy="1346344"/>
            </a:xfrm>
            <a:custGeom>
              <a:avLst/>
              <a:gdLst/>
              <a:ahLst/>
              <a:cxnLst/>
              <a:rect l="l" t="t" r="r" b="b"/>
              <a:pathLst>
                <a:path w="11605" h="12161" extrusionOk="0">
                  <a:moveTo>
                    <a:pt x="521" y="1"/>
                  </a:moveTo>
                  <a:cubicBezTo>
                    <a:pt x="519" y="1"/>
                    <a:pt x="518" y="3"/>
                    <a:pt x="518" y="6"/>
                  </a:cubicBezTo>
                  <a:cubicBezTo>
                    <a:pt x="90" y="1505"/>
                    <a:pt x="179" y="2326"/>
                    <a:pt x="259" y="2629"/>
                  </a:cubicBezTo>
                  <a:cubicBezTo>
                    <a:pt x="330" y="2888"/>
                    <a:pt x="446" y="3120"/>
                    <a:pt x="607" y="3334"/>
                  </a:cubicBezTo>
                  <a:cubicBezTo>
                    <a:pt x="919" y="3726"/>
                    <a:pt x="1356" y="4012"/>
                    <a:pt x="1811" y="4226"/>
                  </a:cubicBezTo>
                  <a:cubicBezTo>
                    <a:pt x="2356" y="4476"/>
                    <a:pt x="2918" y="4681"/>
                    <a:pt x="3489" y="4851"/>
                  </a:cubicBezTo>
                  <a:cubicBezTo>
                    <a:pt x="4720" y="5234"/>
                    <a:pt x="5986" y="5511"/>
                    <a:pt x="7244" y="5805"/>
                  </a:cubicBezTo>
                  <a:cubicBezTo>
                    <a:pt x="7557" y="5885"/>
                    <a:pt x="7869" y="5957"/>
                    <a:pt x="8172" y="6028"/>
                  </a:cubicBezTo>
                  <a:cubicBezTo>
                    <a:pt x="8449" y="6099"/>
                    <a:pt x="8779" y="6162"/>
                    <a:pt x="8975" y="6385"/>
                  </a:cubicBezTo>
                  <a:cubicBezTo>
                    <a:pt x="9064" y="6501"/>
                    <a:pt x="9144" y="6635"/>
                    <a:pt x="9207" y="6769"/>
                  </a:cubicBezTo>
                  <a:cubicBezTo>
                    <a:pt x="9278" y="6911"/>
                    <a:pt x="9359" y="7054"/>
                    <a:pt x="9430" y="7197"/>
                  </a:cubicBezTo>
                  <a:cubicBezTo>
                    <a:pt x="9582" y="7500"/>
                    <a:pt x="9724" y="7794"/>
                    <a:pt x="9867" y="8089"/>
                  </a:cubicBezTo>
                  <a:cubicBezTo>
                    <a:pt x="10429" y="9275"/>
                    <a:pt x="10947" y="10480"/>
                    <a:pt x="11410" y="11702"/>
                  </a:cubicBezTo>
                  <a:cubicBezTo>
                    <a:pt x="11464" y="11853"/>
                    <a:pt x="11526" y="12005"/>
                    <a:pt x="11580" y="12157"/>
                  </a:cubicBezTo>
                  <a:cubicBezTo>
                    <a:pt x="11583" y="12159"/>
                    <a:pt x="11586" y="12161"/>
                    <a:pt x="11589" y="12161"/>
                  </a:cubicBezTo>
                  <a:cubicBezTo>
                    <a:pt x="11597" y="12161"/>
                    <a:pt x="11604" y="12154"/>
                    <a:pt x="11598" y="12148"/>
                  </a:cubicBezTo>
                  <a:cubicBezTo>
                    <a:pt x="11401" y="11532"/>
                    <a:pt x="11161" y="10926"/>
                    <a:pt x="10920" y="10319"/>
                  </a:cubicBezTo>
                  <a:cubicBezTo>
                    <a:pt x="10679" y="9721"/>
                    <a:pt x="10420" y="9133"/>
                    <a:pt x="10153" y="8544"/>
                  </a:cubicBezTo>
                  <a:cubicBezTo>
                    <a:pt x="9885" y="7955"/>
                    <a:pt x="9599" y="7375"/>
                    <a:pt x="9296" y="6804"/>
                  </a:cubicBezTo>
                  <a:cubicBezTo>
                    <a:pt x="9162" y="6554"/>
                    <a:pt x="9046" y="6296"/>
                    <a:pt x="8788" y="6162"/>
                  </a:cubicBezTo>
                  <a:cubicBezTo>
                    <a:pt x="8663" y="6108"/>
                    <a:pt x="8538" y="6064"/>
                    <a:pt x="8413" y="6028"/>
                  </a:cubicBezTo>
                  <a:cubicBezTo>
                    <a:pt x="8261" y="5992"/>
                    <a:pt x="8110" y="5948"/>
                    <a:pt x="7949" y="5912"/>
                  </a:cubicBezTo>
                  <a:cubicBezTo>
                    <a:pt x="6709" y="5600"/>
                    <a:pt x="5442" y="5341"/>
                    <a:pt x="4211" y="4993"/>
                  </a:cubicBezTo>
                  <a:cubicBezTo>
                    <a:pt x="3587" y="4815"/>
                    <a:pt x="2980" y="4619"/>
                    <a:pt x="2382" y="4387"/>
                  </a:cubicBezTo>
                  <a:cubicBezTo>
                    <a:pt x="1892" y="4199"/>
                    <a:pt x="1410" y="3976"/>
                    <a:pt x="1000" y="3637"/>
                  </a:cubicBezTo>
                  <a:cubicBezTo>
                    <a:pt x="812" y="3486"/>
                    <a:pt x="643" y="3298"/>
                    <a:pt x="509" y="3084"/>
                  </a:cubicBezTo>
                  <a:cubicBezTo>
                    <a:pt x="357" y="2825"/>
                    <a:pt x="0" y="2130"/>
                    <a:pt x="527" y="15"/>
                  </a:cubicBezTo>
                  <a:cubicBezTo>
                    <a:pt x="527" y="5"/>
                    <a:pt x="524" y="1"/>
                    <a:pt x="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1632659" y="3642182"/>
              <a:ext cx="415605" cy="236255"/>
            </a:xfrm>
            <a:custGeom>
              <a:avLst/>
              <a:gdLst/>
              <a:ahLst/>
              <a:cxnLst/>
              <a:rect l="l" t="t" r="r" b="b"/>
              <a:pathLst>
                <a:path w="3754" h="2134" extrusionOk="0">
                  <a:moveTo>
                    <a:pt x="10" y="1"/>
                  </a:moveTo>
                  <a:cubicBezTo>
                    <a:pt x="1" y="1"/>
                    <a:pt x="1" y="10"/>
                    <a:pt x="10" y="19"/>
                  </a:cubicBezTo>
                  <a:cubicBezTo>
                    <a:pt x="304" y="99"/>
                    <a:pt x="616" y="170"/>
                    <a:pt x="911" y="242"/>
                  </a:cubicBezTo>
                  <a:cubicBezTo>
                    <a:pt x="1214" y="313"/>
                    <a:pt x="1499" y="384"/>
                    <a:pt x="1794" y="456"/>
                  </a:cubicBezTo>
                  <a:cubicBezTo>
                    <a:pt x="2088" y="527"/>
                    <a:pt x="2401" y="598"/>
                    <a:pt x="2704" y="679"/>
                  </a:cubicBezTo>
                  <a:cubicBezTo>
                    <a:pt x="2829" y="706"/>
                    <a:pt x="2954" y="768"/>
                    <a:pt x="3052" y="866"/>
                  </a:cubicBezTo>
                  <a:cubicBezTo>
                    <a:pt x="3186" y="1000"/>
                    <a:pt x="3649" y="1972"/>
                    <a:pt x="3721" y="2115"/>
                  </a:cubicBezTo>
                  <a:cubicBezTo>
                    <a:pt x="3729" y="2128"/>
                    <a:pt x="3735" y="2134"/>
                    <a:pt x="3740" y="2134"/>
                  </a:cubicBezTo>
                  <a:cubicBezTo>
                    <a:pt x="3751" y="2134"/>
                    <a:pt x="3754" y="2102"/>
                    <a:pt x="3748" y="2070"/>
                  </a:cubicBezTo>
                  <a:cubicBezTo>
                    <a:pt x="3658" y="1785"/>
                    <a:pt x="3551" y="1508"/>
                    <a:pt x="3418" y="1250"/>
                  </a:cubicBezTo>
                  <a:cubicBezTo>
                    <a:pt x="3293" y="1009"/>
                    <a:pt x="3159" y="723"/>
                    <a:pt x="2891" y="616"/>
                  </a:cubicBezTo>
                  <a:cubicBezTo>
                    <a:pt x="2748" y="572"/>
                    <a:pt x="2597" y="536"/>
                    <a:pt x="2454" y="500"/>
                  </a:cubicBezTo>
                  <a:cubicBezTo>
                    <a:pt x="2293" y="465"/>
                    <a:pt x="2142" y="420"/>
                    <a:pt x="1990" y="384"/>
                  </a:cubicBezTo>
                  <a:cubicBezTo>
                    <a:pt x="1678" y="313"/>
                    <a:pt x="1366" y="242"/>
                    <a:pt x="1062" y="179"/>
                  </a:cubicBezTo>
                  <a:cubicBezTo>
                    <a:pt x="714" y="108"/>
                    <a:pt x="367" y="36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1465822" y="3154294"/>
              <a:ext cx="759581" cy="200053"/>
            </a:xfrm>
            <a:custGeom>
              <a:avLst/>
              <a:gdLst/>
              <a:ahLst/>
              <a:cxnLst/>
              <a:rect l="l" t="t" r="r" b="b"/>
              <a:pathLst>
                <a:path w="6861" h="1807" extrusionOk="0">
                  <a:moveTo>
                    <a:pt x="18" y="1"/>
                  </a:moveTo>
                  <a:cubicBezTo>
                    <a:pt x="0" y="1"/>
                    <a:pt x="0" y="19"/>
                    <a:pt x="18" y="19"/>
                  </a:cubicBezTo>
                  <a:cubicBezTo>
                    <a:pt x="250" y="72"/>
                    <a:pt x="482" y="108"/>
                    <a:pt x="723" y="152"/>
                  </a:cubicBezTo>
                  <a:cubicBezTo>
                    <a:pt x="955" y="188"/>
                    <a:pt x="1187" y="233"/>
                    <a:pt x="1419" y="277"/>
                  </a:cubicBezTo>
                  <a:cubicBezTo>
                    <a:pt x="1882" y="367"/>
                    <a:pt x="2346" y="465"/>
                    <a:pt x="2810" y="572"/>
                  </a:cubicBezTo>
                  <a:cubicBezTo>
                    <a:pt x="3720" y="777"/>
                    <a:pt x="4639" y="1000"/>
                    <a:pt x="5531" y="1285"/>
                  </a:cubicBezTo>
                  <a:cubicBezTo>
                    <a:pt x="5977" y="1437"/>
                    <a:pt x="6414" y="1607"/>
                    <a:pt x="6834" y="1803"/>
                  </a:cubicBezTo>
                  <a:cubicBezTo>
                    <a:pt x="6836" y="1805"/>
                    <a:pt x="6839" y="1807"/>
                    <a:pt x="6841" y="1807"/>
                  </a:cubicBezTo>
                  <a:cubicBezTo>
                    <a:pt x="6848" y="1807"/>
                    <a:pt x="6854" y="1800"/>
                    <a:pt x="6860" y="1794"/>
                  </a:cubicBezTo>
                  <a:cubicBezTo>
                    <a:pt x="6860" y="1785"/>
                    <a:pt x="6860" y="1776"/>
                    <a:pt x="6851" y="1767"/>
                  </a:cubicBezTo>
                  <a:cubicBezTo>
                    <a:pt x="6495" y="1571"/>
                    <a:pt x="6120" y="1401"/>
                    <a:pt x="5736" y="1259"/>
                  </a:cubicBezTo>
                  <a:cubicBezTo>
                    <a:pt x="5299" y="1107"/>
                    <a:pt x="4853" y="982"/>
                    <a:pt x="4398" y="866"/>
                  </a:cubicBezTo>
                  <a:cubicBezTo>
                    <a:pt x="3479" y="616"/>
                    <a:pt x="2552" y="402"/>
                    <a:pt x="1606" y="233"/>
                  </a:cubicBezTo>
                  <a:cubicBezTo>
                    <a:pt x="1338" y="188"/>
                    <a:pt x="1071" y="144"/>
                    <a:pt x="803" y="99"/>
                  </a:cubicBezTo>
                  <a:cubicBezTo>
                    <a:pt x="544" y="54"/>
                    <a:pt x="277" y="19"/>
                    <a:pt x="18" y="1"/>
                  </a:cubicBez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1086536" y="1981568"/>
              <a:ext cx="571928" cy="678099"/>
            </a:xfrm>
            <a:custGeom>
              <a:avLst/>
              <a:gdLst/>
              <a:ahLst/>
              <a:cxnLst/>
              <a:rect l="l" t="t" r="r" b="b"/>
              <a:pathLst>
                <a:path w="5166" h="6125" extrusionOk="0">
                  <a:moveTo>
                    <a:pt x="3331" y="0"/>
                  </a:moveTo>
                  <a:cubicBezTo>
                    <a:pt x="3008" y="0"/>
                    <a:pt x="2688" y="115"/>
                    <a:pt x="2436" y="335"/>
                  </a:cubicBezTo>
                  <a:cubicBezTo>
                    <a:pt x="1713" y="504"/>
                    <a:pt x="1722" y="1521"/>
                    <a:pt x="1704" y="2074"/>
                  </a:cubicBezTo>
                  <a:cubicBezTo>
                    <a:pt x="1686" y="2761"/>
                    <a:pt x="893" y="2859"/>
                    <a:pt x="571" y="3751"/>
                  </a:cubicBezTo>
                  <a:cubicBezTo>
                    <a:pt x="313" y="4501"/>
                    <a:pt x="830" y="5036"/>
                    <a:pt x="27" y="5857"/>
                  </a:cubicBezTo>
                  <a:cubicBezTo>
                    <a:pt x="0" y="5875"/>
                    <a:pt x="330" y="5901"/>
                    <a:pt x="830" y="5937"/>
                  </a:cubicBezTo>
                  <a:cubicBezTo>
                    <a:pt x="1053" y="5536"/>
                    <a:pt x="1214" y="5107"/>
                    <a:pt x="1303" y="4652"/>
                  </a:cubicBezTo>
                  <a:lnTo>
                    <a:pt x="1303" y="4652"/>
                  </a:lnTo>
                  <a:cubicBezTo>
                    <a:pt x="1312" y="5090"/>
                    <a:pt x="1303" y="5527"/>
                    <a:pt x="1276" y="5964"/>
                  </a:cubicBezTo>
                  <a:cubicBezTo>
                    <a:pt x="1374" y="5964"/>
                    <a:pt x="1481" y="5973"/>
                    <a:pt x="1588" y="5982"/>
                  </a:cubicBezTo>
                  <a:cubicBezTo>
                    <a:pt x="1660" y="5785"/>
                    <a:pt x="1713" y="5589"/>
                    <a:pt x="1758" y="5393"/>
                  </a:cubicBezTo>
                  <a:cubicBezTo>
                    <a:pt x="1758" y="5393"/>
                    <a:pt x="1758" y="5678"/>
                    <a:pt x="1758" y="5982"/>
                  </a:cubicBezTo>
                  <a:cubicBezTo>
                    <a:pt x="2543" y="6026"/>
                    <a:pt x="3444" y="6062"/>
                    <a:pt x="4104" y="6089"/>
                  </a:cubicBezTo>
                  <a:cubicBezTo>
                    <a:pt x="4071" y="5406"/>
                    <a:pt x="4281" y="4928"/>
                    <a:pt x="4300" y="4928"/>
                  </a:cubicBezTo>
                  <a:cubicBezTo>
                    <a:pt x="4302" y="4928"/>
                    <a:pt x="4302" y="4931"/>
                    <a:pt x="4300" y="4938"/>
                  </a:cubicBezTo>
                  <a:cubicBezTo>
                    <a:pt x="4220" y="5330"/>
                    <a:pt x="4265" y="5732"/>
                    <a:pt x="4425" y="6098"/>
                  </a:cubicBezTo>
                  <a:cubicBezTo>
                    <a:pt x="4764" y="6107"/>
                    <a:pt x="5005" y="6124"/>
                    <a:pt x="5050" y="6124"/>
                  </a:cubicBezTo>
                  <a:cubicBezTo>
                    <a:pt x="5051" y="6124"/>
                    <a:pt x="5052" y="6125"/>
                    <a:pt x="5053" y="6125"/>
                  </a:cubicBezTo>
                  <a:cubicBezTo>
                    <a:pt x="5165" y="6125"/>
                    <a:pt x="4711" y="5692"/>
                    <a:pt x="4764" y="5313"/>
                  </a:cubicBezTo>
                  <a:cubicBezTo>
                    <a:pt x="4818" y="4920"/>
                    <a:pt x="5103" y="4545"/>
                    <a:pt x="4961" y="3965"/>
                  </a:cubicBezTo>
                  <a:cubicBezTo>
                    <a:pt x="4818" y="3386"/>
                    <a:pt x="4595" y="3189"/>
                    <a:pt x="4514" y="2681"/>
                  </a:cubicBezTo>
                  <a:cubicBezTo>
                    <a:pt x="4461" y="2333"/>
                    <a:pt x="5014" y="638"/>
                    <a:pt x="3926" y="138"/>
                  </a:cubicBezTo>
                  <a:cubicBezTo>
                    <a:pt x="3737" y="46"/>
                    <a:pt x="3533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1087533" y="2199330"/>
              <a:ext cx="196621" cy="416823"/>
            </a:xfrm>
            <a:custGeom>
              <a:avLst/>
              <a:gdLst/>
              <a:ahLst/>
              <a:cxnLst/>
              <a:rect l="l" t="t" r="r" b="b"/>
              <a:pathLst>
                <a:path w="1776" h="3765" extrusionOk="0">
                  <a:moveTo>
                    <a:pt x="1776" y="0"/>
                  </a:moveTo>
                  <a:lnTo>
                    <a:pt x="1776" y="0"/>
                  </a:lnTo>
                  <a:cubicBezTo>
                    <a:pt x="1740" y="179"/>
                    <a:pt x="1660" y="348"/>
                    <a:pt x="1544" y="491"/>
                  </a:cubicBezTo>
                  <a:cubicBezTo>
                    <a:pt x="1419" y="616"/>
                    <a:pt x="1276" y="732"/>
                    <a:pt x="1124" y="830"/>
                  </a:cubicBezTo>
                  <a:cubicBezTo>
                    <a:pt x="964" y="928"/>
                    <a:pt x="812" y="1044"/>
                    <a:pt x="669" y="1169"/>
                  </a:cubicBezTo>
                  <a:cubicBezTo>
                    <a:pt x="527" y="1294"/>
                    <a:pt x="411" y="1463"/>
                    <a:pt x="339" y="1642"/>
                  </a:cubicBezTo>
                  <a:cubicBezTo>
                    <a:pt x="268" y="1820"/>
                    <a:pt x="241" y="2016"/>
                    <a:pt x="250" y="2213"/>
                  </a:cubicBezTo>
                  <a:cubicBezTo>
                    <a:pt x="250" y="2400"/>
                    <a:pt x="286" y="2587"/>
                    <a:pt x="304" y="2766"/>
                  </a:cubicBezTo>
                  <a:cubicBezTo>
                    <a:pt x="330" y="2953"/>
                    <a:pt x="339" y="3123"/>
                    <a:pt x="277" y="3292"/>
                  </a:cubicBezTo>
                  <a:cubicBezTo>
                    <a:pt x="206" y="3462"/>
                    <a:pt x="116" y="3622"/>
                    <a:pt x="0" y="3765"/>
                  </a:cubicBezTo>
                  <a:cubicBezTo>
                    <a:pt x="143" y="3640"/>
                    <a:pt x="259" y="3488"/>
                    <a:pt x="348" y="3319"/>
                  </a:cubicBezTo>
                  <a:cubicBezTo>
                    <a:pt x="384" y="3239"/>
                    <a:pt x="411" y="3140"/>
                    <a:pt x="429" y="3042"/>
                  </a:cubicBezTo>
                  <a:cubicBezTo>
                    <a:pt x="429" y="2944"/>
                    <a:pt x="429" y="2855"/>
                    <a:pt x="429" y="2757"/>
                  </a:cubicBezTo>
                  <a:cubicBezTo>
                    <a:pt x="411" y="2569"/>
                    <a:pt x="393" y="2391"/>
                    <a:pt x="393" y="2213"/>
                  </a:cubicBezTo>
                  <a:cubicBezTo>
                    <a:pt x="393" y="2034"/>
                    <a:pt x="420" y="1856"/>
                    <a:pt x="473" y="1695"/>
                  </a:cubicBezTo>
                  <a:cubicBezTo>
                    <a:pt x="545" y="1535"/>
                    <a:pt x="643" y="1383"/>
                    <a:pt x="768" y="1267"/>
                  </a:cubicBezTo>
                  <a:cubicBezTo>
                    <a:pt x="901" y="1142"/>
                    <a:pt x="1035" y="1026"/>
                    <a:pt x="1187" y="919"/>
                  </a:cubicBezTo>
                  <a:cubicBezTo>
                    <a:pt x="1338" y="812"/>
                    <a:pt x="1481" y="678"/>
                    <a:pt x="1597" y="527"/>
                  </a:cubicBezTo>
                  <a:cubicBezTo>
                    <a:pt x="1704" y="375"/>
                    <a:pt x="1767" y="188"/>
                    <a:pt x="17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1585276" y="2072902"/>
              <a:ext cx="83033" cy="577906"/>
            </a:xfrm>
            <a:custGeom>
              <a:avLst/>
              <a:gdLst/>
              <a:ahLst/>
              <a:cxnLst/>
              <a:rect l="l" t="t" r="r" b="b"/>
              <a:pathLst>
                <a:path w="750" h="5220" extrusionOk="0">
                  <a:moveTo>
                    <a:pt x="9" y="0"/>
                  </a:moveTo>
                  <a:cubicBezTo>
                    <a:pt x="45" y="223"/>
                    <a:pt x="54" y="455"/>
                    <a:pt x="45" y="687"/>
                  </a:cubicBezTo>
                  <a:cubicBezTo>
                    <a:pt x="36" y="910"/>
                    <a:pt x="27" y="1133"/>
                    <a:pt x="18" y="1365"/>
                  </a:cubicBezTo>
                  <a:cubicBezTo>
                    <a:pt x="9" y="1481"/>
                    <a:pt x="9" y="1588"/>
                    <a:pt x="9" y="1704"/>
                  </a:cubicBezTo>
                  <a:cubicBezTo>
                    <a:pt x="1" y="1820"/>
                    <a:pt x="9" y="1936"/>
                    <a:pt x="27" y="2052"/>
                  </a:cubicBezTo>
                  <a:cubicBezTo>
                    <a:pt x="54" y="2177"/>
                    <a:pt x="90" y="2284"/>
                    <a:pt x="143" y="2400"/>
                  </a:cubicBezTo>
                  <a:cubicBezTo>
                    <a:pt x="188" y="2498"/>
                    <a:pt x="241" y="2596"/>
                    <a:pt x="304" y="2694"/>
                  </a:cubicBezTo>
                  <a:cubicBezTo>
                    <a:pt x="366" y="2793"/>
                    <a:pt x="420" y="2891"/>
                    <a:pt x="464" y="2989"/>
                  </a:cubicBezTo>
                  <a:cubicBezTo>
                    <a:pt x="509" y="3087"/>
                    <a:pt x="536" y="3194"/>
                    <a:pt x="563" y="3292"/>
                  </a:cubicBezTo>
                  <a:cubicBezTo>
                    <a:pt x="607" y="3515"/>
                    <a:pt x="607" y="3729"/>
                    <a:pt x="571" y="3952"/>
                  </a:cubicBezTo>
                  <a:cubicBezTo>
                    <a:pt x="554" y="4059"/>
                    <a:pt x="518" y="4166"/>
                    <a:pt x="491" y="4273"/>
                  </a:cubicBezTo>
                  <a:cubicBezTo>
                    <a:pt x="464" y="4389"/>
                    <a:pt x="447" y="4505"/>
                    <a:pt x="438" y="4621"/>
                  </a:cubicBezTo>
                  <a:cubicBezTo>
                    <a:pt x="438" y="4862"/>
                    <a:pt x="554" y="5085"/>
                    <a:pt x="750" y="5219"/>
                  </a:cubicBezTo>
                  <a:cubicBezTo>
                    <a:pt x="580" y="5067"/>
                    <a:pt x="491" y="4853"/>
                    <a:pt x="509" y="4621"/>
                  </a:cubicBezTo>
                  <a:cubicBezTo>
                    <a:pt x="527" y="4514"/>
                    <a:pt x="554" y="4407"/>
                    <a:pt x="589" y="4300"/>
                  </a:cubicBezTo>
                  <a:cubicBezTo>
                    <a:pt x="616" y="4202"/>
                    <a:pt x="661" y="4086"/>
                    <a:pt x="687" y="3970"/>
                  </a:cubicBezTo>
                  <a:cubicBezTo>
                    <a:pt x="714" y="3854"/>
                    <a:pt x="732" y="3738"/>
                    <a:pt x="732" y="3622"/>
                  </a:cubicBezTo>
                  <a:cubicBezTo>
                    <a:pt x="732" y="3506"/>
                    <a:pt x="723" y="3390"/>
                    <a:pt x="705" y="3274"/>
                  </a:cubicBezTo>
                  <a:cubicBezTo>
                    <a:pt x="679" y="3158"/>
                    <a:pt x="643" y="3042"/>
                    <a:pt x="598" y="2926"/>
                  </a:cubicBezTo>
                  <a:cubicBezTo>
                    <a:pt x="554" y="2828"/>
                    <a:pt x="500" y="2721"/>
                    <a:pt x="438" y="2623"/>
                  </a:cubicBezTo>
                  <a:cubicBezTo>
                    <a:pt x="313" y="2445"/>
                    <a:pt x="224" y="2239"/>
                    <a:pt x="170" y="2025"/>
                  </a:cubicBezTo>
                  <a:cubicBezTo>
                    <a:pt x="152" y="1918"/>
                    <a:pt x="134" y="1811"/>
                    <a:pt x="134" y="1704"/>
                  </a:cubicBezTo>
                  <a:lnTo>
                    <a:pt x="134" y="1365"/>
                  </a:lnTo>
                  <a:cubicBezTo>
                    <a:pt x="134" y="1133"/>
                    <a:pt x="134" y="901"/>
                    <a:pt x="117" y="678"/>
                  </a:cubicBezTo>
                  <a:cubicBezTo>
                    <a:pt x="108" y="446"/>
                    <a:pt x="72" y="223"/>
                    <a:pt x="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1356885" y="2378012"/>
              <a:ext cx="768770" cy="443836"/>
            </a:xfrm>
            <a:custGeom>
              <a:avLst/>
              <a:gdLst/>
              <a:ahLst/>
              <a:cxnLst/>
              <a:rect l="l" t="t" r="r" b="b"/>
              <a:pathLst>
                <a:path w="6944" h="4009" extrusionOk="0">
                  <a:moveTo>
                    <a:pt x="363" y="1"/>
                  </a:moveTo>
                  <a:cubicBezTo>
                    <a:pt x="110" y="1"/>
                    <a:pt x="0" y="232"/>
                    <a:pt x="253" y="822"/>
                  </a:cubicBezTo>
                  <a:cubicBezTo>
                    <a:pt x="1038" y="2650"/>
                    <a:pt x="1992" y="3962"/>
                    <a:pt x="2634" y="4006"/>
                  </a:cubicBezTo>
                  <a:cubicBezTo>
                    <a:pt x="2656" y="4008"/>
                    <a:pt x="2679" y="4009"/>
                    <a:pt x="2702" y="4009"/>
                  </a:cubicBezTo>
                  <a:cubicBezTo>
                    <a:pt x="3876" y="4009"/>
                    <a:pt x="6606" y="2051"/>
                    <a:pt x="6676" y="1955"/>
                  </a:cubicBezTo>
                  <a:cubicBezTo>
                    <a:pt x="6943" y="1562"/>
                    <a:pt x="5525" y="144"/>
                    <a:pt x="5168" y="63"/>
                  </a:cubicBezTo>
                  <a:cubicBezTo>
                    <a:pt x="5168" y="63"/>
                    <a:pt x="5167" y="63"/>
                    <a:pt x="5167" y="63"/>
                  </a:cubicBezTo>
                  <a:cubicBezTo>
                    <a:pt x="5078" y="63"/>
                    <a:pt x="3001" y="1832"/>
                    <a:pt x="2747" y="1832"/>
                  </a:cubicBezTo>
                  <a:cubicBezTo>
                    <a:pt x="2741" y="1832"/>
                    <a:pt x="2736" y="1831"/>
                    <a:pt x="2733" y="1830"/>
                  </a:cubicBezTo>
                  <a:cubicBezTo>
                    <a:pt x="2581" y="1776"/>
                    <a:pt x="2260" y="1482"/>
                    <a:pt x="1314" y="545"/>
                  </a:cubicBezTo>
                  <a:cubicBezTo>
                    <a:pt x="996" y="223"/>
                    <a:pt x="610" y="1"/>
                    <a:pt x="363" y="1"/>
                  </a:cubicBezTo>
                  <a:close/>
                </a:path>
              </a:pathLst>
            </a:custGeom>
            <a:solidFill>
              <a:srgbClr val="BF5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1989249" y="2244499"/>
              <a:ext cx="238137" cy="194075"/>
            </a:xfrm>
            <a:custGeom>
              <a:avLst/>
              <a:gdLst/>
              <a:ahLst/>
              <a:cxnLst/>
              <a:rect l="l" t="t" r="r" b="b"/>
              <a:pathLst>
                <a:path w="2151" h="1753" extrusionOk="0">
                  <a:moveTo>
                    <a:pt x="1371" y="1"/>
                  </a:moveTo>
                  <a:cubicBezTo>
                    <a:pt x="1357" y="1"/>
                    <a:pt x="1343" y="1"/>
                    <a:pt x="1329" y="3"/>
                  </a:cubicBezTo>
                  <a:cubicBezTo>
                    <a:pt x="937" y="38"/>
                    <a:pt x="553" y="261"/>
                    <a:pt x="205" y="422"/>
                  </a:cubicBezTo>
                  <a:lnTo>
                    <a:pt x="0" y="1582"/>
                  </a:lnTo>
                  <a:cubicBezTo>
                    <a:pt x="0" y="1582"/>
                    <a:pt x="1240" y="814"/>
                    <a:pt x="1321" y="805"/>
                  </a:cubicBezTo>
                  <a:cubicBezTo>
                    <a:pt x="1326" y="804"/>
                    <a:pt x="1332" y="803"/>
                    <a:pt x="1337" y="803"/>
                  </a:cubicBezTo>
                  <a:cubicBezTo>
                    <a:pt x="1396" y="803"/>
                    <a:pt x="1421" y="892"/>
                    <a:pt x="1445" y="966"/>
                  </a:cubicBezTo>
                  <a:cubicBezTo>
                    <a:pt x="1463" y="1044"/>
                    <a:pt x="1312" y="1753"/>
                    <a:pt x="1671" y="1753"/>
                  </a:cubicBezTo>
                  <a:cubicBezTo>
                    <a:pt x="1681" y="1753"/>
                    <a:pt x="1693" y="1752"/>
                    <a:pt x="1704" y="1751"/>
                  </a:cubicBezTo>
                  <a:cubicBezTo>
                    <a:pt x="2097" y="1706"/>
                    <a:pt x="2150" y="761"/>
                    <a:pt x="2132" y="609"/>
                  </a:cubicBezTo>
                  <a:cubicBezTo>
                    <a:pt x="2115" y="463"/>
                    <a:pt x="1757" y="1"/>
                    <a:pt x="1371" y="1"/>
                  </a:cubicBezTo>
                  <a:close/>
                </a:path>
              </a:pathLst>
            </a:custGeom>
            <a:solidFill>
              <a:srgbClr val="BF5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2015930" y="2233649"/>
              <a:ext cx="248987" cy="194075"/>
            </a:xfrm>
            <a:custGeom>
              <a:avLst/>
              <a:gdLst/>
              <a:ahLst/>
              <a:cxnLst/>
              <a:rect l="l" t="t" r="r" b="b"/>
              <a:pathLst>
                <a:path w="2249" h="1753" extrusionOk="0">
                  <a:moveTo>
                    <a:pt x="1479" y="1"/>
                  </a:moveTo>
                  <a:cubicBezTo>
                    <a:pt x="1465" y="1"/>
                    <a:pt x="1451" y="1"/>
                    <a:pt x="1436" y="2"/>
                  </a:cubicBezTo>
                  <a:cubicBezTo>
                    <a:pt x="1044" y="38"/>
                    <a:pt x="18" y="573"/>
                    <a:pt x="0" y="573"/>
                  </a:cubicBezTo>
                  <a:lnTo>
                    <a:pt x="107" y="1573"/>
                  </a:lnTo>
                  <a:cubicBezTo>
                    <a:pt x="107" y="1573"/>
                    <a:pt x="1347" y="814"/>
                    <a:pt x="1427" y="796"/>
                  </a:cubicBezTo>
                  <a:cubicBezTo>
                    <a:pt x="1433" y="795"/>
                    <a:pt x="1438" y="794"/>
                    <a:pt x="1443" y="794"/>
                  </a:cubicBezTo>
                  <a:cubicBezTo>
                    <a:pt x="1503" y="794"/>
                    <a:pt x="1528" y="892"/>
                    <a:pt x="1552" y="966"/>
                  </a:cubicBezTo>
                  <a:cubicBezTo>
                    <a:pt x="1570" y="1044"/>
                    <a:pt x="1417" y="1752"/>
                    <a:pt x="1784" y="1752"/>
                  </a:cubicBezTo>
                  <a:cubicBezTo>
                    <a:pt x="1793" y="1752"/>
                    <a:pt x="1802" y="1752"/>
                    <a:pt x="1811" y="1751"/>
                  </a:cubicBezTo>
                  <a:cubicBezTo>
                    <a:pt x="2204" y="1706"/>
                    <a:pt x="2248" y="752"/>
                    <a:pt x="2239" y="600"/>
                  </a:cubicBezTo>
                  <a:cubicBezTo>
                    <a:pt x="2222" y="454"/>
                    <a:pt x="1865" y="1"/>
                    <a:pt x="1479" y="1"/>
                  </a:cubicBezTo>
                  <a:close/>
                </a:path>
              </a:pathLst>
            </a:custGeom>
            <a:solidFill>
              <a:srgbClr val="BF5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2096857" y="2319226"/>
              <a:ext cx="103846" cy="105396"/>
            </a:xfrm>
            <a:custGeom>
              <a:avLst/>
              <a:gdLst/>
              <a:ahLst/>
              <a:cxnLst/>
              <a:rect l="l" t="t" r="r" b="b"/>
              <a:pathLst>
                <a:path w="938" h="952" extrusionOk="0">
                  <a:moveTo>
                    <a:pt x="729" y="1"/>
                  </a:moveTo>
                  <a:cubicBezTo>
                    <a:pt x="703" y="1"/>
                    <a:pt x="673" y="13"/>
                    <a:pt x="643" y="23"/>
                  </a:cubicBezTo>
                  <a:cubicBezTo>
                    <a:pt x="572" y="59"/>
                    <a:pt x="509" y="104"/>
                    <a:pt x="438" y="148"/>
                  </a:cubicBezTo>
                  <a:cubicBezTo>
                    <a:pt x="366" y="193"/>
                    <a:pt x="295" y="237"/>
                    <a:pt x="224" y="282"/>
                  </a:cubicBezTo>
                  <a:cubicBezTo>
                    <a:pt x="152" y="336"/>
                    <a:pt x="81" y="380"/>
                    <a:pt x="10" y="434"/>
                  </a:cubicBezTo>
                  <a:cubicBezTo>
                    <a:pt x="1" y="443"/>
                    <a:pt x="10" y="452"/>
                    <a:pt x="18" y="452"/>
                  </a:cubicBezTo>
                  <a:cubicBezTo>
                    <a:pt x="81" y="416"/>
                    <a:pt x="143" y="380"/>
                    <a:pt x="206" y="336"/>
                  </a:cubicBezTo>
                  <a:cubicBezTo>
                    <a:pt x="277" y="291"/>
                    <a:pt x="349" y="246"/>
                    <a:pt x="420" y="202"/>
                  </a:cubicBezTo>
                  <a:cubicBezTo>
                    <a:pt x="491" y="166"/>
                    <a:pt x="554" y="122"/>
                    <a:pt x="625" y="86"/>
                  </a:cubicBezTo>
                  <a:cubicBezTo>
                    <a:pt x="652" y="77"/>
                    <a:pt x="696" y="41"/>
                    <a:pt x="723" y="41"/>
                  </a:cubicBezTo>
                  <a:cubicBezTo>
                    <a:pt x="750" y="50"/>
                    <a:pt x="777" y="122"/>
                    <a:pt x="786" y="139"/>
                  </a:cubicBezTo>
                  <a:cubicBezTo>
                    <a:pt x="812" y="211"/>
                    <a:pt x="812" y="291"/>
                    <a:pt x="795" y="362"/>
                  </a:cubicBezTo>
                  <a:cubicBezTo>
                    <a:pt x="786" y="434"/>
                    <a:pt x="777" y="505"/>
                    <a:pt x="777" y="585"/>
                  </a:cubicBezTo>
                  <a:cubicBezTo>
                    <a:pt x="777" y="657"/>
                    <a:pt x="795" y="728"/>
                    <a:pt x="821" y="791"/>
                  </a:cubicBezTo>
                  <a:cubicBezTo>
                    <a:pt x="848" y="844"/>
                    <a:pt x="884" y="898"/>
                    <a:pt x="928" y="951"/>
                  </a:cubicBezTo>
                  <a:cubicBezTo>
                    <a:pt x="928" y="951"/>
                    <a:pt x="937" y="942"/>
                    <a:pt x="937" y="942"/>
                  </a:cubicBezTo>
                  <a:cubicBezTo>
                    <a:pt x="893" y="871"/>
                    <a:pt x="857" y="800"/>
                    <a:pt x="848" y="710"/>
                  </a:cubicBezTo>
                  <a:cubicBezTo>
                    <a:pt x="830" y="630"/>
                    <a:pt x="830" y="541"/>
                    <a:pt x="839" y="461"/>
                  </a:cubicBezTo>
                  <a:cubicBezTo>
                    <a:pt x="848" y="380"/>
                    <a:pt x="857" y="309"/>
                    <a:pt x="857" y="229"/>
                  </a:cubicBezTo>
                  <a:cubicBezTo>
                    <a:pt x="857" y="157"/>
                    <a:pt x="830" y="86"/>
                    <a:pt x="786" y="32"/>
                  </a:cubicBezTo>
                  <a:cubicBezTo>
                    <a:pt x="770" y="9"/>
                    <a:pt x="751" y="1"/>
                    <a:pt x="7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6"/>
            <p:cNvSpPr/>
            <p:nvPr/>
          </p:nvSpPr>
          <p:spPr>
            <a:xfrm>
              <a:off x="1888505" y="2110985"/>
              <a:ext cx="454022" cy="505170"/>
            </a:xfrm>
            <a:custGeom>
              <a:avLst/>
              <a:gdLst/>
              <a:ahLst/>
              <a:cxnLst/>
              <a:rect l="l" t="t" r="r" b="b"/>
              <a:pathLst>
                <a:path w="4101" h="4563" extrusionOk="0">
                  <a:moveTo>
                    <a:pt x="3773" y="1"/>
                  </a:moveTo>
                  <a:cubicBezTo>
                    <a:pt x="3762" y="1"/>
                    <a:pt x="3750" y="2"/>
                    <a:pt x="3738" y="4"/>
                  </a:cubicBezTo>
                  <a:cubicBezTo>
                    <a:pt x="3471" y="67"/>
                    <a:pt x="1615" y="1057"/>
                    <a:pt x="1205" y="1512"/>
                  </a:cubicBezTo>
                  <a:cubicBezTo>
                    <a:pt x="999" y="1735"/>
                    <a:pt x="0" y="2859"/>
                    <a:pt x="0" y="2859"/>
                  </a:cubicBezTo>
                  <a:lnTo>
                    <a:pt x="1561" y="4563"/>
                  </a:lnTo>
                  <a:cubicBezTo>
                    <a:pt x="1561" y="4563"/>
                    <a:pt x="2507" y="4028"/>
                    <a:pt x="2810" y="3876"/>
                  </a:cubicBezTo>
                  <a:cubicBezTo>
                    <a:pt x="3194" y="3671"/>
                    <a:pt x="3506" y="3367"/>
                    <a:pt x="3720" y="2993"/>
                  </a:cubicBezTo>
                  <a:cubicBezTo>
                    <a:pt x="3903" y="2635"/>
                    <a:pt x="4055" y="2046"/>
                    <a:pt x="3808" y="2046"/>
                  </a:cubicBezTo>
                  <a:cubicBezTo>
                    <a:pt x="3790" y="2046"/>
                    <a:pt x="3770" y="2049"/>
                    <a:pt x="3747" y="2056"/>
                  </a:cubicBezTo>
                  <a:cubicBezTo>
                    <a:pt x="3408" y="2154"/>
                    <a:pt x="3230" y="2716"/>
                    <a:pt x="2864" y="2770"/>
                  </a:cubicBezTo>
                  <a:cubicBezTo>
                    <a:pt x="2844" y="2772"/>
                    <a:pt x="2825" y="2773"/>
                    <a:pt x="2806" y="2773"/>
                  </a:cubicBezTo>
                  <a:cubicBezTo>
                    <a:pt x="2471" y="2773"/>
                    <a:pt x="2238" y="2419"/>
                    <a:pt x="2204" y="2217"/>
                  </a:cubicBezTo>
                  <a:cubicBezTo>
                    <a:pt x="2168" y="1994"/>
                    <a:pt x="2248" y="1583"/>
                    <a:pt x="2909" y="1209"/>
                  </a:cubicBezTo>
                  <a:cubicBezTo>
                    <a:pt x="4101" y="527"/>
                    <a:pt x="4009" y="1"/>
                    <a:pt x="3773" y="1"/>
                  </a:cubicBezTo>
                  <a:close/>
                </a:path>
              </a:pathLst>
            </a:custGeom>
            <a:solidFill>
              <a:srgbClr val="BF5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2130402" y="2243502"/>
              <a:ext cx="124659" cy="179129"/>
            </a:xfrm>
            <a:custGeom>
              <a:avLst/>
              <a:gdLst/>
              <a:ahLst/>
              <a:cxnLst/>
              <a:rect l="l" t="t" r="r" b="b"/>
              <a:pathLst>
                <a:path w="1126" h="1618" extrusionOk="0">
                  <a:moveTo>
                    <a:pt x="747" y="0"/>
                  </a:moveTo>
                  <a:cubicBezTo>
                    <a:pt x="745" y="0"/>
                    <a:pt x="743" y="1"/>
                    <a:pt x="741" y="3"/>
                  </a:cubicBezTo>
                  <a:cubicBezTo>
                    <a:pt x="581" y="92"/>
                    <a:pt x="72" y="368"/>
                    <a:pt x="19" y="850"/>
                  </a:cubicBezTo>
                  <a:cubicBezTo>
                    <a:pt x="1" y="1029"/>
                    <a:pt x="63" y="1216"/>
                    <a:pt x="179" y="1359"/>
                  </a:cubicBezTo>
                  <a:cubicBezTo>
                    <a:pt x="274" y="1488"/>
                    <a:pt x="403" y="1618"/>
                    <a:pt x="573" y="1618"/>
                  </a:cubicBezTo>
                  <a:cubicBezTo>
                    <a:pt x="578" y="1618"/>
                    <a:pt x="584" y="1618"/>
                    <a:pt x="590" y="1617"/>
                  </a:cubicBezTo>
                  <a:cubicBezTo>
                    <a:pt x="813" y="1617"/>
                    <a:pt x="982" y="1412"/>
                    <a:pt x="1125" y="1269"/>
                  </a:cubicBezTo>
                  <a:cubicBezTo>
                    <a:pt x="1125" y="1263"/>
                    <a:pt x="1121" y="1257"/>
                    <a:pt x="1115" y="1257"/>
                  </a:cubicBezTo>
                  <a:cubicBezTo>
                    <a:pt x="1112" y="1257"/>
                    <a:pt x="1110" y="1258"/>
                    <a:pt x="1107" y="1260"/>
                  </a:cubicBezTo>
                  <a:cubicBezTo>
                    <a:pt x="982" y="1385"/>
                    <a:pt x="840" y="1537"/>
                    <a:pt x="661" y="1564"/>
                  </a:cubicBezTo>
                  <a:cubicBezTo>
                    <a:pt x="642" y="1567"/>
                    <a:pt x="623" y="1568"/>
                    <a:pt x="604" y="1568"/>
                  </a:cubicBezTo>
                  <a:cubicBezTo>
                    <a:pt x="444" y="1568"/>
                    <a:pt x="320" y="1469"/>
                    <a:pt x="224" y="1341"/>
                  </a:cubicBezTo>
                  <a:cubicBezTo>
                    <a:pt x="117" y="1198"/>
                    <a:pt x="63" y="1020"/>
                    <a:pt x="81" y="841"/>
                  </a:cubicBezTo>
                  <a:cubicBezTo>
                    <a:pt x="99" y="681"/>
                    <a:pt x="179" y="520"/>
                    <a:pt x="286" y="404"/>
                  </a:cubicBezTo>
                  <a:cubicBezTo>
                    <a:pt x="420" y="252"/>
                    <a:pt x="581" y="119"/>
                    <a:pt x="750" y="12"/>
                  </a:cubicBezTo>
                  <a:cubicBezTo>
                    <a:pt x="757" y="12"/>
                    <a:pt x="753" y="0"/>
                    <a:pt x="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2370417" y="2055078"/>
              <a:ext cx="60337" cy="33767"/>
            </a:xfrm>
            <a:custGeom>
              <a:avLst/>
              <a:gdLst/>
              <a:ahLst/>
              <a:cxnLst/>
              <a:rect l="l" t="t" r="r" b="b"/>
              <a:pathLst>
                <a:path w="545" h="305" extrusionOk="0">
                  <a:moveTo>
                    <a:pt x="545" y="1"/>
                  </a:moveTo>
                  <a:cubicBezTo>
                    <a:pt x="447" y="27"/>
                    <a:pt x="349" y="72"/>
                    <a:pt x="251" y="126"/>
                  </a:cubicBezTo>
                  <a:cubicBezTo>
                    <a:pt x="161" y="170"/>
                    <a:pt x="72" y="233"/>
                    <a:pt x="1" y="304"/>
                  </a:cubicBezTo>
                  <a:cubicBezTo>
                    <a:pt x="206" y="251"/>
                    <a:pt x="393" y="143"/>
                    <a:pt x="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2320045" y="1982011"/>
              <a:ext cx="18931" cy="66315"/>
            </a:xfrm>
            <a:custGeom>
              <a:avLst/>
              <a:gdLst/>
              <a:ahLst/>
              <a:cxnLst/>
              <a:rect l="l" t="t" r="r" b="b"/>
              <a:pathLst>
                <a:path w="171" h="599" extrusionOk="0">
                  <a:moveTo>
                    <a:pt x="170" y="1"/>
                  </a:moveTo>
                  <a:cubicBezTo>
                    <a:pt x="117" y="90"/>
                    <a:pt x="81" y="188"/>
                    <a:pt x="45" y="286"/>
                  </a:cubicBezTo>
                  <a:cubicBezTo>
                    <a:pt x="19" y="393"/>
                    <a:pt x="1" y="491"/>
                    <a:pt x="1" y="598"/>
                  </a:cubicBezTo>
                  <a:cubicBezTo>
                    <a:pt x="54" y="509"/>
                    <a:pt x="90" y="411"/>
                    <a:pt x="126" y="313"/>
                  </a:cubicBezTo>
                  <a:cubicBezTo>
                    <a:pt x="152" y="206"/>
                    <a:pt x="170" y="108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6"/>
            <p:cNvSpPr/>
            <p:nvPr/>
          </p:nvSpPr>
          <p:spPr>
            <a:xfrm>
              <a:off x="2222290" y="1994853"/>
              <a:ext cx="33656" cy="60337"/>
            </a:xfrm>
            <a:custGeom>
              <a:avLst/>
              <a:gdLst/>
              <a:ahLst/>
              <a:cxnLst/>
              <a:rect l="l" t="t" r="r" b="b"/>
              <a:pathLst>
                <a:path w="304" h="545" extrusionOk="0">
                  <a:moveTo>
                    <a:pt x="1" y="1"/>
                  </a:moveTo>
                  <a:lnTo>
                    <a:pt x="1" y="1"/>
                  </a:lnTo>
                  <a:cubicBezTo>
                    <a:pt x="54" y="206"/>
                    <a:pt x="161" y="393"/>
                    <a:pt x="304" y="545"/>
                  </a:cubicBezTo>
                  <a:cubicBezTo>
                    <a:pt x="277" y="447"/>
                    <a:pt x="233" y="348"/>
                    <a:pt x="179" y="259"/>
                  </a:cubicBezTo>
                  <a:cubicBezTo>
                    <a:pt x="134" y="161"/>
                    <a:pt x="72" y="7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2148226" y="2086740"/>
              <a:ext cx="67312" cy="18821"/>
            </a:xfrm>
            <a:custGeom>
              <a:avLst/>
              <a:gdLst/>
              <a:ahLst/>
              <a:cxnLst/>
              <a:rect l="l" t="t" r="r" b="b"/>
              <a:pathLst>
                <a:path w="608" h="170" extrusionOk="0">
                  <a:moveTo>
                    <a:pt x="1" y="0"/>
                  </a:moveTo>
                  <a:lnTo>
                    <a:pt x="1" y="0"/>
                  </a:lnTo>
                  <a:cubicBezTo>
                    <a:pt x="99" y="54"/>
                    <a:pt x="197" y="89"/>
                    <a:pt x="295" y="125"/>
                  </a:cubicBezTo>
                  <a:cubicBezTo>
                    <a:pt x="393" y="152"/>
                    <a:pt x="500" y="170"/>
                    <a:pt x="607" y="170"/>
                  </a:cubicBezTo>
                  <a:cubicBezTo>
                    <a:pt x="420" y="63"/>
                    <a:pt x="215" y="9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2336872" y="2203205"/>
              <a:ext cx="32659" cy="60448"/>
            </a:xfrm>
            <a:custGeom>
              <a:avLst/>
              <a:gdLst/>
              <a:ahLst/>
              <a:cxnLst/>
              <a:rect l="l" t="t" r="r" b="b"/>
              <a:pathLst>
                <a:path w="295" h="546" extrusionOk="0">
                  <a:moveTo>
                    <a:pt x="0" y="1"/>
                  </a:moveTo>
                  <a:lnTo>
                    <a:pt x="0" y="1"/>
                  </a:lnTo>
                  <a:cubicBezTo>
                    <a:pt x="27" y="99"/>
                    <a:pt x="63" y="206"/>
                    <a:pt x="116" y="295"/>
                  </a:cubicBezTo>
                  <a:cubicBezTo>
                    <a:pt x="161" y="384"/>
                    <a:pt x="223" y="474"/>
                    <a:pt x="295" y="545"/>
                  </a:cubicBezTo>
                  <a:cubicBezTo>
                    <a:pt x="277" y="447"/>
                    <a:pt x="232" y="349"/>
                    <a:pt x="179" y="260"/>
                  </a:cubicBezTo>
                  <a:cubicBezTo>
                    <a:pt x="134" y="161"/>
                    <a:pt x="72" y="8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2377392" y="2152833"/>
              <a:ext cx="66205" cy="19928"/>
            </a:xfrm>
            <a:custGeom>
              <a:avLst/>
              <a:gdLst/>
              <a:ahLst/>
              <a:cxnLst/>
              <a:rect l="l" t="t" r="r" b="b"/>
              <a:pathLst>
                <a:path w="598" h="180" extrusionOk="0">
                  <a:moveTo>
                    <a:pt x="0" y="1"/>
                  </a:moveTo>
                  <a:lnTo>
                    <a:pt x="0" y="1"/>
                  </a:lnTo>
                  <a:cubicBezTo>
                    <a:pt x="89" y="54"/>
                    <a:pt x="188" y="99"/>
                    <a:pt x="286" y="126"/>
                  </a:cubicBezTo>
                  <a:cubicBezTo>
                    <a:pt x="393" y="153"/>
                    <a:pt x="491" y="170"/>
                    <a:pt x="598" y="179"/>
                  </a:cubicBezTo>
                  <a:cubicBezTo>
                    <a:pt x="420" y="72"/>
                    <a:pt x="205" y="1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6"/>
            <p:cNvSpPr/>
            <p:nvPr/>
          </p:nvSpPr>
          <p:spPr>
            <a:xfrm>
              <a:off x="1350021" y="2358195"/>
              <a:ext cx="292607" cy="235259"/>
            </a:xfrm>
            <a:custGeom>
              <a:avLst/>
              <a:gdLst/>
              <a:ahLst/>
              <a:cxnLst/>
              <a:rect l="l" t="t" r="r" b="b"/>
              <a:pathLst>
                <a:path w="2643" h="2125" extrusionOk="0">
                  <a:moveTo>
                    <a:pt x="414" y="0"/>
                  </a:moveTo>
                  <a:cubicBezTo>
                    <a:pt x="172" y="0"/>
                    <a:pt x="1" y="232"/>
                    <a:pt x="92" y="644"/>
                  </a:cubicBezTo>
                  <a:cubicBezTo>
                    <a:pt x="216" y="1161"/>
                    <a:pt x="707" y="2125"/>
                    <a:pt x="707" y="2125"/>
                  </a:cubicBezTo>
                  <a:lnTo>
                    <a:pt x="2643" y="1723"/>
                  </a:lnTo>
                  <a:cubicBezTo>
                    <a:pt x="2643" y="1723"/>
                    <a:pt x="1465" y="474"/>
                    <a:pt x="627" y="55"/>
                  </a:cubicBezTo>
                  <a:cubicBezTo>
                    <a:pt x="553" y="18"/>
                    <a:pt x="481" y="0"/>
                    <a:pt x="4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6"/>
            <p:cNvSpPr/>
            <p:nvPr/>
          </p:nvSpPr>
          <p:spPr>
            <a:xfrm>
              <a:off x="1422314" y="2523260"/>
              <a:ext cx="192746" cy="42513"/>
            </a:xfrm>
            <a:custGeom>
              <a:avLst/>
              <a:gdLst/>
              <a:ahLst/>
              <a:cxnLst/>
              <a:rect l="l" t="t" r="r" b="b"/>
              <a:pathLst>
                <a:path w="1741" h="384" extrusionOk="0">
                  <a:moveTo>
                    <a:pt x="1731" y="0"/>
                  </a:moveTo>
                  <a:cubicBezTo>
                    <a:pt x="1589" y="27"/>
                    <a:pt x="1446" y="36"/>
                    <a:pt x="1294" y="63"/>
                  </a:cubicBezTo>
                  <a:cubicBezTo>
                    <a:pt x="1151" y="89"/>
                    <a:pt x="1009" y="125"/>
                    <a:pt x="866" y="152"/>
                  </a:cubicBezTo>
                  <a:cubicBezTo>
                    <a:pt x="580" y="214"/>
                    <a:pt x="295" y="295"/>
                    <a:pt x="9" y="375"/>
                  </a:cubicBezTo>
                  <a:cubicBezTo>
                    <a:pt x="1" y="375"/>
                    <a:pt x="1" y="384"/>
                    <a:pt x="9" y="384"/>
                  </a:cubicBezTo>
                  <a:cubicBezTo>
                    <a:pt x="295" y="313"/>
                    <a:pt x="580" y="250"/>
                    <a:pt x="866" y="197"/>
                  </a:cubicBezTo>
                  <a:cubicBezTo>
                    <a:pt x="1018" y="161"/>
                    <a:pt x="1160" y="134"/>
                    <a:pt x="1303" y="98"/>
                  </a:cubicBezTo>
                  <a:cubicBezTo>
                    <a:pt x="1446" y="72"/>
                    <a:pt x="1589" y="36"/>
                    <a:pt x="1731" y="9"/>
                  </a:cubicBezTo>
                  <a:cubicBezTo>
                    <a:pt x="1740" y="9"/>
                    <a:pt x="1740" y="0"/>
                    <a:pt x="1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1352235" y="2364173"/>
              <a:ext cx="250980" cy="229280"/>
            </a:xfrm>
            <a:custGeom>
              <a:avLst/>
              <a:gdLst/>
              <a:ahLst/>
              <a:cxnLst/>
              <a:rect l="l" t="t" r="r" b="b"/>
              <a:pathLst>
                <a:path w="2267" h="2071" extrusionOk="0">
                  <a:moveTo>
                    <a:pt x="214" y="1"/>
                  </a:moveTo>
                  <a:cubicBezTo>
                    <a:pt x="72" y="90"/>
                    <a:pt x="0" y="295"/>
                    <a:pt x="72" y="590"/>
                  </a:cubicBezTo>
                  <a:cubicBezTo>
                    <a:pt x="196" y="1107"/>
                    <a:pt x="687" y="2071"/>
                    <a:pt x="687" y="2071"/>
                  </a:cubicBezTo>
                  <a:lnTo>
                    <a:pt x="2266" y="1741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995645" y="2351221"/>
              <a:ext cx="603591" cy="665810"/>
            </a:xfrm>
            <a:custGeom>
              <a:avLst/>
              <a:gdLst/>
              <a:ahLst/>
              <a:cxnLst/>
              <a:rect l="l" t="t" r="r" b="b"/>
              <a:pathLst>
                <a:path w="5452" h="6014" extrusionOk="0">
                  <a:moveTo>
                    <a:pt x="3207" y="1"/>
                  </a:moveTo>
                  <a:cubicBezTo>
                    <a:pt x="2968" y="1"/>
                    <a:pt x="2716" y="114"/>
                    <a:pt x="2463" y="386"/>
                  </a:cubicBezTo>
                  <a:cubicBezTo>
                    <a:pt x="1366" y="1554"/>
                    <a:pt x="1" y="5908"/>
                    <a:pt x="1" y="5908"/>
                  </a:cubicBezTo>
                  <a:cubicBezTo>
                    <a:pt x="886" y="5985"/>
                    <a:pt x="1665" y="6013"/>
                    <a:pt x="2334" y="6013"/>
                  </a:cubicBezTo>
                  <a:cubicBezTo>
                    <a:pt x="4303" y="6013"/>
                    <a:pt x="5327" y="5765"/>
                    <a:pt x="5327" y="5765"/>
                  </a:cubicBezTo>
                  <a:lnTo>
                    <a:pt x="5041" y="3606"/>
                  </a:lnTo>
                  <a:cubicBezTo>
                    <a:pt x="5041" y="3606"/>
                    <a:pt x="5451" y="3053"/>
                    <a:pt x="5353" y="2553"/>
                  </a:cubicBezTo>
                  <a:cubicBezTo>
                    <a:pt x="5246" y="1982"/>
                    <a:pt x="3971" y="359"/>
                    <a:pt x="3863" y="279"/>
                  </a:cubicBezTo>
                  <a:cubicBezTo>
                    <a:pt x="3661" y="107"/>
                    <a:pt x="3440" y="1"/>
                    <a:pt x="32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1334411" y="2197337"/>
              <a:ext cx="152226" cy="264818"/>
            </a:xfrm>
            <a:custGeom>
              <a:avLst/>
              <a:gdLst/>
              <a:ahLst/>
              <a:cxnLst/>
              <a:rect l="l" t="t" r="r" b="b"/>
              <a:pathLst>
                <a:path w="1375" h="2392" extrusionOk="0">
                  <a:moveTo>
                    <a:pt x="456" y="0"/>
                  </a:moveTo>
                  <a:cubicBezTo>
                    <a:pt x="456" y="0"/>
                    <a:pt x="375" y="214"/>
                    <a:pt x="295" y="473"/>
                  </a:cubicBezTo>
                  <a:cubicBezTo>
                    <a:pt x="286" y="491"/>
                    <a:pt x="286" y="500"/>
                    <a:pt x="277" y="509"/>
                  </a:cubicBezTo>
                  <a:cubicBezTo>
                    <a:pt x="277" y="527"/>
                    <a:pt x="268" y="545"/>
                    <a:pt x="268" y="553"/>
                  </a:cubicBezTo>
                  <a:cubicBezTo>
                    <a:pt x="250" y="589"/>
                    <a:pt x="233" y="634"/>
                    <a:pt x="224" y="669"/>
                  </a:cubicBezTo>
                  <a:cubicBezTo>
                    <a:pt x="215" y="714"/>
                    <a:pt x="206" y="732"/>
                    <a:pt x="197" y="768"/>
                  </a:cubicBezTo>
                  <a:cubicBezTo>
                    <a:pt x="188" y="794"/>
                    <a:pt x="179" y="830"/>
                    <a:pt x="161" y="866"/>
                  </a:cubicBezTo>
                  <a:cubicBezTo>
                    <a:pt x="99" y="1089"/>
                    <a:pt x="36" y="1321"/>
                    <a:pt x="1" y="1553"/>
                  </a:cubicBezTo>
                  <a:cubicBezTo>
                    <a:pt x="10" y="1651"/>
                    <a:pt x="340" y="2329"/>
                    <a:pt x="759" y="2391"/>
                  </a:cubicBezTo>
                  <a:cubicBezTo>
                    <a:pt x="761" y="2391"/>
                    <a:pt x="762" y="2391"/>
                    <a:pt x="764" y="2391"/>
                  </a:cubicBezTo>
                  <a:cubicBezTo>
                    <a:pt x="905" y="2391"/>
                    <a:pt x="1035" y="1660"/>
                    <a:pt x="1035" y="1660"/>
                  </a:cubicBezTo>
                  <a:lnTo>
                    <a:pt x="1062" y="1606"/>
                  </a:lnTo>
                  <a:lnTo>
                    <a:pt x="1374" y="857"/>
                  </a:lnTo>
                  <a:lnTo>
                    <a:pt x="572" y="107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BF5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1366960" y="2197337"/>
              <a:ext cx="119678" cy="177911"/>
            </a:xfrm>
            <a:custGeom>
              <a:avLst/>
              <a:gdLst/>
              <a:ahLst/>
              <a:cxnLst/>
              <a:rect l="l" t="t" r="r" b="b"/>
              <a:pathLst>
                <a:path w="1081" h="1607" extrusionOk="0">
                  <a:moveTo>
                    <a:pt x="162" y="0"/>
                  </a:moveTo>
                  <a:cubicBezTo>
                    <a:pt x="162" y="0"/>
                    <a:pt x="90" y="214"/>
                    <a:pt x="1" y="473"/>
                  </a:cubicBezTo>
                  <a:cubicBezTo>
                    <a:pt x="72" y="946"/>
                    <a:pt x="358" y="1356"/>
                    <a:pt x="768" y="1606"/>
                  </a:cubicBezTo>
                  <a:lnTo>
                    <a:pt x="1080" y="857"/>
                  </a:lnTo>
                  <a:lnTo>
                    <a:pt x="278" y="107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1304742" y="1973486"/>
              <a:ext cx="333016" cy="368886"/>
            </a:xfrm>
            <a:custGeom>
              <a:avLst/>
              <a:gdLst/>
              <a:ahLst/>
              <a:cxnLst/>
              <a:rect l="l" t="t" r="r" b="b"/>
              <a:pathLst>
                <a:path w="3008" h="3332" extrusionOk="0">
                  <a:moveTo>
                    <a:pt x="1476" y="0"/>
                  </a:moveTo>
                  <a:cubicBezTo>
                    <a:pt x="1390" y="0"/>
                    <a:pt x="1305" y="9"/>
                    <a:pt x="1223" y="24"/>
                  </a:cubicBezTo>
                  <a:cubicBezTo>
                    <a:pt x="590" y="140"/>
                    <a:pt x="1" y="675"/>
                    <a:pt x="331" y="2058"/>
                  </a:cubicBezTo>
                  <a:cubicBezTo>
                    <a:pt x="598" y="3175"/>
                    <a:pt x="1260" y="3332"/>
                    <a:pt x="1651" y="3332"/>
                  </a:cubicBezTo>
                  <a:cubicBezTo>
                    <a:pt x="1744" y="3332"/>
                    <a:pt x="1821" y="3323"/>
                    <a:pt x="1874" y="3316"/>
                  </a:cubicBezTo>
                  <a:cubicBezTo>
                    <a:pt x="2178" y="3280"/>
                    <a:pt x="3007" y="3004"/>
                    <a:pt x="2820" y="1594"/>
                  </a:cubicBezTo>
                  <a:cubicBezTo>
                    <a:pt x="2657" y="370"/>
                    <a:pt x="2044" y="0"/>
                    <a:pt x="1476" y="0"/>
                  </a:cubicBezTo>
                  <a:close/>
                </a:path>
              </a:pathLst>
            </a:custGeom>
            <a:solidFill>
              <a:srgbClr val="BF5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1280607" y="1954445"/>
              <a:ext cx="325487" cy="257954"/>
            </a:xfrm>
            <a:custGeom>
              <a:avLst/>
              <a:gdLst/>
              <a:ahLst/>
              <a:cxnLst/>
              <a:rect l="l" t="t" r="r" b="b"/>
              <a:pathLst>
                <a:path w="2940" h="2330" extrusionOk="0">
                  <a:moveTo>
                    <a:pt x="1901" y="1"/>
                  </a:moveTo>
                  <a:cubicBezTo>
                    <a:pt x="1389" y="1"/>
                    <a:pt x="852" y="379"/>
                    <a:pt x="701" y="589"/>
                  </a:cubicBezTo>
                  <a:cubicBezTo>
                    <a:pt x="701" y="589"/>
                    <a:pt x="442" y="669"/>
                    <a:pt x="219" y="1115"/>
                  </a:cubicBezTo>
                  <a:cubicBezTo>
                    <a:pt x="1" y="1551"/>
                    <a:pt x="483" y="2329"/>
                    <a:pt x="654" y="2329"/>
                  </a:cubicBezTo>
                  <a:cubicBezTo>
                    <a:pt x="658" y="2329"/>
                    <a:pt x="662" y="2329"/>
                    <a:pt x="665" y="2328"/>
                  </a:cubicBezTo>
                  <a:cubicBezTo>
                    <a:pt x="793" y="2298"/>
                    <a:pt x="1042" y="1944"/>
                    <a:pt x="1052" y="1394"/>
                  </a:cubicBezTo>
                  <a:lnTo>
                    <a:pt x="1052" y="1394"/>
                  </a:lnTo>
                  <a:cubicBezTo>
                    <a:pt x="1062" y="1580"/>
                    <a:pt x="1067" y="1786"/>
                    <a:pt x="1049" y="1838"/>
                  </a:cubicBezTo>
                  <a:cubicBezTo>
                    <a:pt x="1046" y="1850"/>
                    <a:pt x="1046" y="1856"/>
                    <a:pt x="1048" y="1856"/>
                  </a:cubicBezTo>
                  <a:cubicBezTo>
                    <a:pt x="1067" y="1856"/>
                    <a:pt x="1226" y="1501"/>
                    <a:pt x="1147" y="972"/>
                  </a:cubicBezTo>
                  <a:lnTo>
                    <a:pt x="1147" y="972"/>
                  </a:lnTo>
                  <a:cubicBezTo>
                    <a:pt x="1361" y="1070"/>
                    <a:pt x="1584" y="1142"/>
                    <a:pt x="1816" y="1186"/>
                  </a:cubicBezTo>
                  <a:cubicBezTo>
                    <a:pt x="1902" y="1194"/>
                    <a:pt x="1978" y="1197"/>
                    <a:pt x="2042" y="1197"/>
                  </a:cubicBezTo>
                  <a:cubicBezTo>
                    <a:pt x="2197" y="1197"/>
                    <a:pt x="2285" y="1178"/>
                    <a:pt x="2298" y="1160"/>
                  </a:cubicBezTo>
                  <a:cubicBezTo>
                    <a:pt x="2306" y="1133"/>
                    <a:pt x="1878" y="1079"/>
                    <a:pt x="1744" y="963"/>
                  </a:cubicBezTo>
                  <a:lnTo>
                    <a:pt x="1744" y="963"/>
                  </a:lnTo>
                  <a:cubicBezTo>
                    <a:pt x="1745" y="963"/>
                    <a:pt x="2459" y="1162"/>
                    <a:pt x="2832" y="1162"/>
                  </a:cubicBezTo>
                  <a:cubicBezTo>
                    <a:pt x="2854" y="1162"/>
                    <a:pt x="2876" y="1161"/>
                    <a:pt x="2895" y="1160"/>
                  </a:cubicBezTo>
                  <a:cubicBezTo>
                    <a:pt x="2940" y="1160"/>
                    <a:pt x="2842" y="330"/>
                    <a:pt x="2253" y="71"/>
                  </a:cubicBezTo>
                  <a:cubicBezTo>
                    <a:pt x="2141" y="22"/>
                    <a:pt x="2021" y="1"/>
                    <a:pt x="1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6"/>
            <p:cNvSpPr/>
            <p:nvPr/>
          </p:nvSpPr>
          <p:spPr>
            <a:xfrm>
              <a:off x="1439141" y="2130138"/>
              <a:ext cx="103735" cy="98864"/>
            </a:xfrm>
            <a:custGeom>
              <a:avLst/>
              <a:gdLst/>
              <a:ahLst/>
              <a:cxnLst/>
              <a:rect l="l" t="t" r="r" b="b"/>
              <a:pathLst>
                <a:path w="937" h="893" extrusionOk="0">
                  <a:moveTo>
                    <a:pt x="446" y="54"/>
                  </a:moveTo>
                  <a:cubicBezTo>
                    <a:pt x="625" y="63"/>
                    <a:pt x="776" y="179"/>
                    <a:pt x="821" y="358"/>
                  </a:cubicBezTo>
                  <a:cubicBezTo>
                    <a:pt x="874" y="563"/>
                    <a:pt x="750" y="777"/>
                    <a:pt x="535" y="821"/>
                  </a:cubicBezTo>
                  <a:cubicBezTo>
                    <a:pt x="503" y="830"/>
                    <a:pt x="471" y="834"/>
                    <a:pt x="439" y="834"/>
                  </a:cubicBezTo>
                  <a:cubicBezTo>
                    <a:pt x="268" y="834"/>
                    <a:pt x="109" y="717"/>
                    <a:pt x="72" y="536"/>
                  </a:cubicBezTo>
                  <a:cubicBezTo>
                    <a:pt x="18" y="331"/>
                    <a:pt x="143" y="117"/>
                    <a:pt x="348" y="72"/>
                  </a:cubicBezTo>
                  <a:cubicBezTo>
                    <a:pt x="384" y="63"/>
                    <a:pt x="411" y="54"/>
                    <a:pt x="446" y="54"/>
                  </a:cubicBezTo>
                  <a:close/>
                  <a:moveTo>
                    <a:pt x="446" y="1"/>
                  </a:moveTo>
                  <a:cubicBezTo>
                    <a:pt x="205" y="1"/>
                    <a:pt x="0" y="197"/>
                    <a:pt x="0" y="447"/>
                  </a:cubicBezTo>
                  <a:cubicBezTo>
                    <a:pt x="0" y="688"/>
                    <a:pt x="196" y="893"/>
                    <a:pt x="446" y="893"/>
                  </a:cubicBezTo>
                  <a:cubicBezTo>
                    <a:pt x="482" y="893"/>
                    <a:pt x="518" y="884"/>
                    <a:pt x="553" y="875"/>
                  </a:cubicBezTo>
                  <a:cubicBezTo>
                    <a:pt x="794" y="813"/>
                    <a:pt x="937" y="572"/>
                    <a:pt x="883" y="340"/>
                  </a:cubicBezTo>
                  <a:cubicBezTo>
                    <a:pt x="830" y="135"/>
                    <a:pt x="651" y="1"/>
                    <a:pt x="4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6"/>
            <p:cNvSpPr/>
            <p:nvPr/>
          </p:nvSpPr>
          <p:spPr>
            <a:xfrm>
              <a:off x="1560588" y="2116631"/>
              <a:ext cx="78161" cy="98532"/>
            </a:xfrm>
            <a:custGeom>
              <a:avLst/>
              <a:gdLst/>
              <a:ahLst/>
              <a:cxnLst/>
              <a:rect l="l" t="t" r="r" b="b"/>
              <a:pathLst>
                <a:path w="706" h="890" extrusionOk="0">
                  <a:moveTo>
                    <a:pt x="322" y="60"/>
                  </a:moveTo>
                  <a:cubicBezTo>
                    <a:pt x="393" y="60"/>
                    <a:pt x="455" y="96"/>
                    <a:pt x="500" y="149"/>
                  </a:cubicBezTo>
                  <a:cubicBezTo>
                    <a:pt x="563" y="221"/>
                    <a:pt x="607" y="319"/>
                    <a:pt x="616" y="417"/>
                  </a:cubicBezTo>
                  <a:cubicBezTo>
                    <a:pt x="643" y="622"/>
                    <a:pt x="536" y="810"/>
                    <a:pt x="393" y="827"/>
                  </a:cubicBezTo>
                  <a:cubicBezTo>
                    <a:pt x="385" y="828"/>
                    <a:pt x="378" y="829"/>
                    <a:pt x="370" y="829"/>
                  </a:cubicBezTo>
                  <a:cubicBezTo>
                    <a:pt x="227" y="829"/>
                    <a:pt x="97" y="674"/>
                    <a:pt x="72" y="480"/>
                  </a:cubicBezTo>
                  <a:cubicBezTo>
                    <a:pt x="63" y="381"/>
                    <a:pt x="81" y="283"/>
                    <a:pt x="125" y="194"/>
                  </a:cubicBezTo>
                  <a:cubicBezTo>
                    <a:pt x="161" y="123"/>
                    <a:pt x="224" y="78"/>
                    <a:pt x="304" y="60"/>
                  </a:cubicBezTo>
                  <a:close/>
                  <a:moveTo>
                    <a:pt x="328" y="0"/>
                  </a:moveTo>
                  <a:cubicBezTo>
                    <a:pt x="222" y="0"/>
                    <a:pt x="118" y="62"/>
                    <a:pt x="72" y="167"/>
                  </a:cubicBezTo>
                  <a:cubicBezTo>
                    <a:pt x="18" y="265"/>
                    <a:pt x="1" y="373"/>
                    <a:pt x="18" y="480"/>
                  </a:cubicBezTo>
                  <a:cubicBezTo>
                    <a:pt x="45" y="712"/>
                    <a:pt x="197" y="890"/>
                    <a:pt x="366" y="890"/>
                  </a:cubicBezTo>
                  <a:lnTo>
                    <a:pt x="393" y="890"/>
                  </a:lnTo>
                  <a:cubicBezTo>
                    <a:pt x="580" y="872"/>
                    <a:pt x="705" y="658"/>
                    <a:pt x="679" y="408"/>
                  </a:cubicBezTo>
                  <a:cubicBezTo>
                    <a:pt x="661" y="301"/>
                    <a:pt x="616" y="194"/>
                    <a:pt x="545" y="105"/>
                  </a:cubicBezTo>
                  <a:cubicBezTo>
                    <a:pt x="518" y="69"/>
                    <a:pt x="482" y="42"/>
                    <a:pt x="438" y="25"/>
                  </a:cubicBezTo>
                  <a:cubicBezTo>
                    <a:pt x="403" y="8"/>
                    <a:pt x="365" y="0"/>
                    <a:pt x="3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1530918" y="2157482"/>
              <a:ext cx="36645" cy="15278"/>
            </a:xfrm>
            <a:custGeom>
              <a:avLst/>
              <a:gdLst/>
              <a:ahLst/>
              <a:cxnLst/>
              <a:rect l="l" t="t" r="r" b="b"/>
              <a:pathLst>
                <a:path w="331" h="138" extrusionOk="0">
                  <a:moveTo>
                    <a:pt x="208" y="0"/>
                  </a:moveTo>
                  <a:cubicBezTo>
                    <a:pt x="123" y="0"/>
                    <a:pt x="43" y="59"/>
                    <a:pt x="1" y="102"/>
                  </a:cubicBezTo>
                  <a:lnTo>
                    <a:pt x="45" y="137"/>
                  </a:lnTo>
                  <a:cubicBezTo>
                    <a:pt x="45" y="137"/>
                    <a:pt x="120" y="58"/>
                    <a:pt x="202" y="58"/>
                  </a:cubicBezTo>
                  <a:cubicBezTo>
                    <a:pt x="230" y="58"/>
                    <a:pt x="259" y="68"/>
                    <a:pt x="286" y="93"/>
                  </a:cubicBezTo>
                  <a:lnTo>
                    <a:pt x="331" y="48"/>
                  </a:lnTo>
                  <a:cubicBezTo>
                    <a:pt x="291" y="14"/>
                    <a:pt x="249" y="0"/>
                    <a:pt x="2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1312713" y="2170657"/>
              <a:ext cx="131413" cy="40631"/>
            </a:xfrm>
            <a:custGeom>
              <a:avLst/>
              <a:gdLst/>
              <a:ahLst/>
              <a:cxnLst/>
              <a:rect l="l" t="t" r="r" b="b"/>
              <a:pathLst>
                <a:path w="1187" h="367" extrusionOk="0">
                  <a:moveTo>
                    <a:pt x="1187" y="0"/>
                  </a:moveTo>
                  <a:cubicBezTo>
                    <a:pt x="1151" y="0"/>
                    <a:pt x="357" y="9"/>
                    <a:pt x="223" y="54"/>
                  </a:cubicBezTo>
                  <a:cubicBezTo>
                    <a:pt x="98" y="90"/>
                    <a:pt x="9" y="313"/>
                    <a:pt x="0" y="339"/>
                  </a:cubicBezTo>
                  <a:lnTo>
                    <a:pt x="54" y="366"/>
                  </a:lnTo>
                  <a:cubicBezTo>
                    <a:pt x="81" y="304"/>
                    <a:pt x="143" y="134"/>
                    <a:pt x="241" y="108"/>
                  </a:cubicBezTo>
                  <a:cubicBezTo>
                    <a:pt x="339" y="81"/>
                    <a:pt x="955" y="63"/>
                    <a:pt x="1187" y="63"/>
                  </a:cubicBezTo>
                  <a:lnTo>
                    <a:pt x="11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1292896" y="2164457"/>
              <a:ext cx="90007" cy="96207"/>
            </a:xfrm>
            <a:custGeom>
              <a:avLst/>
              <a:gdLst/>
              <a:ahLst/>
              <a:cxnLst/>
              <a:rect l="l" t="t" r="r" b="b"/>
              <a:pathLst>
                <a:path w="813" h="869" extrusionOk="0">
                  <a:moveTo>
                    <a:pt x="272" y="1"/>
                  </a:moveTo>
                  <a:cubicBezTo>
                    <a:pt x="246" y="1"/>
                    <a:pt x="221" y="7"/>
                    <a:pt x="197" y="21"/>
                  </a:cubicBezTo>
                  <a:cubicBezTo>
                    <a:pt x="1" y="146"/>
                    <a:pt x="260" y="779"/>
                    <a:pt x="500" y="850"/>
                  </a:cubicBezTo>
                  <a:cubicBezTo>
                    <a:pt x="518" y="859"/>
                    <a:pt x="545" y="868"/>
                    <a:pt x="563" y="868"/>
                  </a:cubicBezTo>
                  <a:lnTo>
                    <a:pt x="634" y="868"/>
                  </a:lnTo>
                  <a:cubicBezTo>
                    <a:pt x="661" y="859"/>
                    <a:pt x="688" y="850"/>
                    <a:pt x="715" y="833"/>
                  </a:cubicBezTo>
                  <a:cubicBezTo>
                    <a:pt x="759" y="806"/>
                    <a:pt x="795" y="761"/>
                    <a:pt x="813" y="708"/>
                  </a:cubicBezTo>
                  <a:lnTo>
                    <a:pt x="724" y="333"/>
                  </a:lnTo>
                  <a:cubicBezTo>
                    <a:pt x="724" y="333"/>
                    <a:pt x="467" y="1"/>
                    <a:pt x="272" y="1"/>
                  </a:cubicBezTo>
                  <a:close/>
                </a:path>
              </a:pathLst>
            </a:custGeom>
            <a:solidFill>
              <a:srgbClr val="BF5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1323562" y="2187484"/>
              <a:ext cx="46166" cy="58455"/>
            </a:xfrm>
            <a:custGeom>
              <a:avLst/>
              <a:gdLst/>
              <a:ahLst/>
              <a:cxnLst/>
              <a:rect l="l" t="t" r="r" b="b"/>
              <a:pathLst>
                <a:path w="417" h="528" extrusionOk="0">
                  <a:moveTo>
                    <a:pt x="0" y="0"/>
                  </a:moveTo>
                  <a:lnTo>
                    <a:pt x="0" y="0"/>
                  </a:lnTo>
                  <a:cubicBezTo>
                    <a:pt x="170" y="63"/>
                    <a:pt x="259" y="214"/>
                    <a:pt x="331" y="366"/>
                  </a:cubicBezTo>
                  <a:cubicBezTo>
                    <a:pt x="303" y="327"/>
                    <a:pt x="261" y="305"/>
                    <a:pt x="219" y="305"/>
                  </a:cubicBezTo>
                  <a:cubicBezTo>
                    <a:pt x="193" y="305"/>
                    <a:pt x="167" y="313"/>
                    <a:pt x="143" y="330"/>
                  </a:cubicBezTo>
                  <a:cubicBezTo>
                    <a:pt x="143" y="330"/>
                    <a:pt x="134" y="339"/>
                    <a:pt x="125" y="339"/>
                  </a:cubicBezTo>
                  <a:cubicBezTo>
                    <a:pt x="125" y="339"/>
                    <a:pt x="125" y="348"/>
                    <a:pt x="134" y="348"/>
                  </a:cubicBezTo>
                  <a:cubicBezTo>
                    <a:pt x="148" y="343"/>
                    <a:pt x="163" y="341"/>
                    <a:pt x="178" y="341"/>
                  </a:cubicBezTo>
                  <a:cubicBezTo>
                    <a:pt x="222" y="341"/>
                    <a:pt x="268" y="360"/>
                    <a:pt x="295" y="393"/>
                  </a:cubicBezTo>
                  <a:cubicBezTo>
                    <a:pt x="331" y="428"/>
                    <a:pt x="357" y="473"/>
                    <a:pt x="384" y="518"/>
                  </a:cubicBezTo>
                  <a:cubicBezTo>
                    <a:pt x="387" y="524"/>
                    <a:pt x="393" y="527"/>
                    <a:pt x="399" y="527"/>
                  </a:cubicBezTo>
                  <a:cubicBezTo>
                    <a:pt x="408" y="527"/>
                    <a:pt x="416" y="520"/>
                    <a:pt x="411" y="509"/>
                  </a:cubicBezTo>
                  <a:cubicBezTo>
                    <a:pt x="402" y="295"/>
                    <a:pt x="223" y="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1349246" y="2243502"/>
              <a:ext cx="15942" cy="14392"/>
            </a:xfrm>
            <a:custGeom>
              <a:avLst/>
              <a:gdLst/>
              <a:ahLst/>
              <a:cxnLst/>
              <a:rect l="l" t="t" r="r" b="b"/>
              <a:pathLst>
                <a:path w="144" h="130" extrusionOk="0">
                  <a:moveTo>
                    <a:pt x="72" y="0"/>
                  </a:moveTo>
                  <a:cubicBezTo>
                    <a:pt x="66" y="0"/>
                    <a:pt x="60" y="1"/>
                    <a:pt x="54" y="3"/>
                  </a:cubicBezTo>
                  <a:cubicBezTo>
                    <a:pt x="18" y="12"/>
                    <a:pt x="0" y="38"/>
                    <a:pt x="9" y="74"/>
                  </a:cubicBezTo>
                  <a:cubicBezTo>
                    <a:pt x="9" y="74"/>
                    <a:pt x="9" y="74"/>
                    <a:pt x="9" y="83"/>
                  </a:cubicBezTo>
                  <a:cubicBezTo>
                    <a:pt x="17" y="106"/>
                    <a:pt x="45" y="129"/>
                    <a:pt x="75" y="129"/>
                  </a:cubicBezTo>
                  <a:cubicBezTo>
                    <a:pt x="80" y="129"/>
                    <a:pt x="85" y="129"/>
                    <a:pt x="90" y="128"/>
                  </a:cubicBezTo>
                  <a:cubicBezTo>
                    <a:pt x="125" y="119"/>
                    <a:pt x="143" y="83"/>
                    <a:pt x="134" y="47"/>
                  </a:cubicBezTo>
                  <a:cubicBezTo>
                    <a:pt x="127" y="18"/>
                    <a:pt x="101" y="0"/>
                    <a:pt x="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1334411" y="2235531"/>
              <a:ext cx="10960" cy="10296"/>
            </a:xfrm>
            <a:custGeom>
              <a:avLst/>
              <a:gdLst/>
              <a:ahLst/>
              <a:cxnLst/>
              <a:rect l="l" t="t" r="r" b="b"/>
              <a:pathLst>
                <a:path w="99" h="93" extrusionOk="0">
                  <a:moveTo>
                    <a:pt x="50" y="1"/>
                  </a:moveTo>
                  <a:cubicBezTo>
                    <a:pt x="46" y="1"/>
                    <a:pt x="41" y="2"/>
                    <a:pt x="36" y="3"/>
                  </a:cubicBezTo>
                  <a:cubicBezTo>
                    <a:pt x="10" y="3"/>
                    <a:pt x="1" y="30"/>
                    <a:pt x="1" y="57"/>
                  </a:cubicBezTo>
                  <a:cubicBezTo>
                    <a:pt x="10" y="84"/>
                    <a:pt x="36" y="92"/>
                    <a:pt x="54" y="92"/>
                  </a:cubicBezTo>
                  <a:lnTo>
                    <a:pt x="63" y="92"/>
                  </a:lnTo>
                  <a:cubicBezTo>
                    <a:pt x="81" y="84"/>
                    <a:pt x="99" y="57"/>
                    <a:pt x="90" y="39"/>
                  </a:cubicBezTo>
                  <a:cubicBezTo>
                    <a:pt x="90" y="17"/>
                    <a:pt x="72" y="1"/>
                    <a:pt x="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1002620" y="2371148"/>
              <a:ext cx="718065" cy="658835"/>
            </a:xfrm>
            <a:custGeom>
              <a:avLst/>
              <a:gdLst/>
              <a:ahLst/>
              <a:cxnLst/>
              <a:rect l="l" t="t" r="r" b="b"/>
              <a:pathLst>
                <a:path w="6486" h="5951" extrusionOk="0">
                  <a:moveTo>
                    <a:pt x="2771" y="0"/>
                  </a:moveTo>
                  <a:cubicBezTo>
                    <a:pt x="2567" y="0"/>
                    <a:pt x="2302" y="237"/>
                    <a:pt x="2168" y="455"/>
                  </a:cubicBezTo>
                  <a:cubicBezTo>
                    <a:pt x="1222" y="1972"/>
                    <a:pt x="0" y="4506"/>
                    <a:pt x="705" y="4969"/>
                  </a:cubicBezTo>
                  <a:cubicBezTo>
                    <a:pt x="1865" y="5746"/>
                    <a:pt x="5032" y="5933"/>
                    <a:pt x="5754" y="5951"/>
                  </a:cubicBezTo>
                  <a:cubicBezTo>
                    <a:pt x="5755" y="5951"/>
                    <a:pt x="5756" y="5951"/>
                    <a:pt x="5756" y="5951"/>
                  </a:cubicBezTo>
                  <a:cubicBezTo>
                    <a:pt x="6068" y="5951"/>
                    <a:pt x="6485" y="3881"/>
                    <a:pt x="6254" y="3640"/>
                  </a:cubicBezTo>
                  <a:cubicBezTo>
                    <a:pt x="6022" y="3399"/>
                    <a:pt x="2703" y="3542"/>
                    <a:pt x="2659" y="3346"/>
                  </a:cubicBezTo>
                  <a:cubicBezTo>
                    <a:pt x="2632" y="3230"/>
                    <a:pt x="2801" y="2222"/>
                    <a:pt x="3007" y="964"/>
                  </a:cubicBezTo>
                  <a:cubicBezTo>
                    <a:pt x="3118" y="237"/>
                    <a:pt x="2975" y="0"/>
                    <a:pt x="2771" y="0"/>
                  </a:cubicBezTo>
                  <a:close/>
                </a:path>
              </a:pathLst>
            </a:custGeom>
            <a:solidFill>
              <a:srgbClr val="BF5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1675171" y="2660095"/>
              <a:ext cx="244116" cy="170383"/>
            </a:xfrm>
            <a:custGeom>
              <a:avLst/>
              <a:gdLst/>
              <a:ahLst/>
              <a:cxnLst/>
              <a:rect l="l" t="t" r="r" b="b"/>
              <a:pathLst>
                <a:path w="2205" h="1539" extrusionOk="0">
                  <a:moveTo>
                    <a:pt x="1926" y="1"/>
                  </a:moveTo>
                  <a:cubicBezTo>
                    <a:pt x="1822" y="1"/>
                    <a:pt x="1690" y="48"/>
                    <a:pt x="1553" y="147"/>
                  </a:cubicBezTo>
                  <a:cubicBezTo>
                    <a:pt x="964" y="575"/>
                    <a:pt x="750" y="486"/>
                    <a:pt x="0" y="593"/>
                  </a:cubicBezTo>
                  <a:lnTo>
                    <a:pt x="393" y="1539"/>
                  </a:lnTo>
                  <a:cubicBezTo>
                    <a:pt x="759" y="1512"/>
                    <a:pt x="1704" y="1173"/>
                    <a:pt x="2061" y="441"/>
                  </a:cubicBezTo>
                  <a:cubicBezTo>
                    <a:pt x="2204" y="155"/>
                    <a:pt x="2112" y="1"/>
                    <a:pt x="1926" y="1"/>
                  </a:cubicBezTo>
                  <a:close/>
                </a:path>
              </a:pathLst>
            </a:custGeom>
            <a:solidFill>
              <a:srgbClr val="BF5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1452980" y="2722755"/>
              <a:ext cx="551447" cy="308217"/>
            </a:xfrm>
            <a:custGeom>
              <a:avLst/>
              <a:gdLst/>
              <a:ahLst/>
              <a:cxnLst/>
              <a:rect l="l" t="t" r="r" b="b"/>
              <a:pathLst>
                <a:path w="4981" h="2784" extrusionOk="0">
                  <a:moveTo>
                    <a:pt x="2362" y="1"/>
                  </a:moveTo>
                  <a:cubicBezTo>
                    <a:pt x="2067" y="1"/>
                    <a:pt x="1818" y="46"/>
                    <a:pt x="1642" y="90"/>
                  </a:cubicBezTo>
                  <a:cubicBezTo>
                    <a:pt x="848" y="286"/>
                    <a:pt x="0" y="759"/>
                    <a:pt x="0" y="759"/>
                  </a:cubicBezTo>
                  <a:lnTo>
                    <a:pt x="1517" y="2775"/>
                  </a:lnTo>
                  <a:cubicBezTo>
                    <a:pt x="1578" y="2780"/>
                    <a:pt x="1636" y="2783"/>
                    <a:pt x="1691" y="2783"/>
                  </a:cubicBezTo>
                  <a:cubicBezTo>
                    <a:pt x="2149" y="2783"/>
                    <a:pt x="2391" y="2605"/>
                    <a:pt x="2391" y="2605"/>
                  </a:cubicBezTo>
                  <a:cubicBezTo>
                    <a:pt x="2436" y="2659"/>
                    <a:pt x="2480" y="2703"/>
                    <a:pt x="2525" y="2748"/>
                  </a:cubicBezTo>
                  <a:cubicBezTo>
                    <a:pt x="2819" y="2552"/>
                    <a:pt x="3096" y="2338"/>
                    <a:pt x="3354" y="2106"/>
                  </a:cubicBezTo>
                  <a:cubicBezTo>
                    <a:pt x="3649" y="1838"/>
                    <a:pt x="3497" y="1035"/>
                    <a:pt x="3497" y="1035"/>
                  </a:cubicBezTo>
                  <a:lnTo>
                    <a:pt x="3497" y="1035"/>
                  </a:lnTo>
                  <a:cubicBezTo>
                    <a:pt x="3774" y="1115"/>
                    <a:pt x="3997" y="1392"/>
                    <a:pt x="4434" y="1606"/>
                  </a:cubicBezTo>
                  <a:cubicBezTo>
                    <a:pt x="4553" y="1664"/>
                    <a:pt x="4643" y="1689"/>
                    <a:pt x="4708" y="1689"/>
                  </a:cubicBezTo>
                  <a:cubicBezTo>
                    <a:pt x="4980" y="1689"/>
                    <a:pt x="4809" y="1248"/>
                    <a:pt x="4586" y="1017"/>
                  </a:cubicBezTo>
                  <a:cubicBezTo>
                    <a:pt x="3796" y="197"/>
                    <a:pt x="2978" y="1"/>
                    <a:pt x="2362" y="1"/>
                  </a:cubicBezTo>
                  <a:close/>
                </a:path>
              </a:pathLst>
            </a:custGeom>
            <a:solidFill>
              <a:srgbClr val="BF5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6"/>
            <p:cNvSpPr/>
            <p:nvPr/>
          </p:nvSpPr>
          <p:spPr>
            <a:xfrm>
              <a:off x="1671185" y="2727627"/>
              <a:ext cx="272679" cy="362797"/>
            </a:xfrm>
            <a:custGeom>
              <a:avLst/>
              <a:gdLst/>
              <a:ahLst/>
              <a:cxnLst/>
              <a:rect l="l" t="t" r="r" b="b"/>
              <a:pathLst>
                <a:path w="2463" h="3277" extrusionOk="0">
                  <a:moveTo>
                    <a:pt x="215" y="1"/>
                  </a:moveTo>
                  <a:cubicBezTo>
                    <a:pt x="215" y="1"/>
                    <a:pt x="1" y="2526"/>
                    <a:pt x="90" y="2561"/>
                  </a:cubicBezTo>
                  <a:cubicBezTo>
                    <a:pt x="463" y="2711"/>
                    <a:pt x="574" y="3276"/>
                    <a:pt x="832" y="3276"/>
                  </a:cubicBezTo>
                  <a:cubicBezTo>
                    <a:pt x="851" y="3276"/>
                    <a:pt x="871" y="3273"/>
                    <a:pt x="893" y="3266"/>
                  </a:cubicBezTo>
                  <a:cubicBezTo>
                    <a:pt x="1151" y="3177"/>
                    <a:pt x="1080" y="2883"/>
                    <a:pt x="1080" y="2882"/>
                  </a:cubicBezTo>
                  <a:lnTo>
                    <a:pt x="1080" y="2882"/>
                  </a:lnTo>
                  <a:cubicBezTo>
                    <a:pt x="1080" y="2882"/>
                    <a:pt x="1213" y="3062"/>
                    <a:pt x="1391" y="3062"/>
                  </a:cubicBezTo>
                  <a:cubicBezTo>
                    <a:pt x="1434" y="3062"/>
                    <a:pt x="1479" y="3051"/>
                    <a:pt x="1526" y="3025"/>
                  </a:cubicBezTo>
                  <a:cubicBezTo>
                    <a:pt x="1794" y="2882"/>
                    <a:pt x="1598" y="2428"/>
                    <a:pt x="1598" y="2427"/>
                  </a:cubicBezTo>
                  <a:lnTo>
                    <a:pt x="1598" y="2427"/>
                  </a:lnTo>
                  <a:cubicBezTo>
                    <a:pt x="1598" y="2428"/>
                    <a:pt x="1761" y="2627"/>
                    <a:pt x="1949" y="2627"/>
                  </a:cubicBezTo>
                  <a:cubicBezTo>
                    <a:pt x="2009" y="2627"/>
                    <a:pt x="2072" y="2606"/>
                    <a:pt x="2133" y="2552"/>
                  </a:cubicBezTo>
                  <a:cubicBezTo>
                    <a:pt x="2463" y="2258"/>
                    <a:pt x="1803" y="1286"/>
                    <a:pt x="1392" y="839"/>
                  </a:cubicBezTo>
                  <a:cubicBezTo>
                    <a:pt x="1027" y="438"/>
                    <a:pt x="473" y="144"/>
                    <a:pt x="215" y="1"/>
                  </a:cubicBezTo>
                  <a:close/>
                </a:path>
              </a:pathLst>
            </a:custGeom>
            <a:solidFill>
              <a:srgbClr val="BF5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1763073" y="2860033"/>
              <a:ext cx="84029" cy="136838"/>
            </a:xfrm>
            <a:custGeom>
              <a:avLst/>
              <a:gdLst/>
              <a:ahLst/>
              <a:cxnLst/>
              <a:rect l="l" t="t" r="r" b="b"/>
              <a:pathLst>
                <a:path w="759" h="1236" extrusionOk="0">
                  <a:moveTo>
                    <a:pt x="0" y="0"/>
                  </a:moveTo>
                  <a:lnTo>
                    <a:pt x="0" y="0"/>
                  </a:lnTo>
                  <a:cubicBezTo>
                    <a:pt x="295" y="384"/>
                    <a:pt x="545" y="794"/>
                    <a:pt x="750" y="1231"/>
                  </a:cubicBezTo>
                  <a:cubicBezTo>
                    <a:pt x="750" y="1234"/>
                    <a:pt x="750" y="1235"/>
                    <a:pt x="752" y="1235"/>
                  </a:cubicBezTo>
                  <a:cubicBezTo>
                    <a:pt x="754" y="1235"/>
                    <a:pt x="759" y="1229"/>
                    <a:pt x="759" y="1223"/>
                  </a:cubicBezTo>
                  <a:cubicBezTo>
                    <a:pt x="643" y="687"/>
                    <a:pt x="232" y="17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1714693" y="2907416"/>
              <a:ext cx="76168" cy="141709"/>
            </a:xfrm>
            <a:custGeom>
              <a:avLst/>
              <a:gdLst/>
              <a:ahLst/>
              <a:cxnLst/>
              <a:rect l="l" t="t" r="r" b="b"/>
              <a:pathLst>
                <a:path w="688" h="1280" extrusionOk="0">
                  <a:moveTo>
                    <a:pt x="18" y="1"/>
                  </a:moveTo>
                  <a:cubicBezTo>
                    <a:pt x="9" y="1"/>
                    <a:pt x="0" y="9"/>
                    <a:pt x="0" y="9"/>
                  </a:cubicBezTo>
                  <a:cubicBezTo>
                    <a:pt x="277" y="402"/>
                    <a:pt x="500" y="830"/>
                    <a:pt x="678" y="1276"/>
                  </a:cubicBezTo>
                  <a:cubicBezTo>
                    <a:pt x="681" y="1279"/>
                    <a:pt x="683" y="1280"/>
                    <a:pt x="684" y="1280"/>
                  </a:cubicBezTo>
                  <a:cubicBezTo>
                    <a:pt x="687" y="1280"/>
                    <a:pt x="687" y="1274"/>
                    <a:pt x="687" y="1267"/>
                  </a:cubicBezTo>
                  <a:cubicBezTo>
                    <a:pt x="598" y="723"/>
                    <a:pt x="196" y="170"/>
                    <a:pt x="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1557599" y="2657881"/>
              <a:ext cx="436640" cy="433319"/>
            </a:xfrm>
            <a:custGeom>
              <a:avLst/>
              <a:gdLst/>
              <a:ahLst/>
              <a:cxnLst/>
              <a:rect l="l" t="t" r="r" b="b"/>
              <a:pathLst>
                <a:path w="3944" h="3914" extrusionOk="0">
                  <a:moveTo>
                    <a:pt x="2984" y="0"/>
                  </a:moveTo>
                  <a:cubicBezTo>
                    <a:pt x="2926" y="0"/>
                    <a:pt x="2867" y="14"/>
                    <a:pt x="2811" y="42"/>
                  </a:cubicBezTo>
                  <a:cubicBezTo>
                    <a:pt x="2731" y="78"/>
                    <a:pt x="2650" y="122"/>
                    <a:pt x="2579" y="176"/>
                  </a:cubicBezTo>
                  <a:cubicBezTo>
                    <a:pt x="2427" y="283"/>
                    <a:pt x="2276" y="372"/>
                    <a:pt x="2106" y="444"/>
                  </a:cubicBezTo>
                  <a:cubicBezTo>
                    <a:pt x="1937" y="497"/>
                    <a:pt x="1758" y="533"/>
                    <a:pt x="1580" y="551"/>
                  </a:cubicBezTo>
                  <a:cubicBezTo>
                    <a:pt x="1401" y="568"/>
                    <a:pt x="1223" y="577"/>
                    <a:pt x="1045" y="604"/>
                  </a:cubicBezTo>
                  <a:cubicBezTo>
                    <a:pt x="688" y="658"/>
                    <a:pt x="340" y="756"/>
                    <a:pt x="1" y="899"/>
                  </a:cubicBezTo>
                  <a:cubicBezTo>
                    <a:pt x="340" y="765"/>
                    <a:pt x="688" y="667"/>
                    <a:pt x="1045" y="622"/>
                  </a:cubicBezTo>
                  <a:cubicBezTo>
                    <a:pt x="1401" y="577"/>
                    <a:pt x="1776" y="595"/>
                    <a:pt x="2115" y="470"/>
                  </a:cubicBezTo>
                  <a:cubicBezTo>
                    <a:pt x="2285" y="399"/>
                    <a:pt x="2445" y="310"/>
                    <a:pt x="2597" y="203"/>
                  </a:cubicBezTo>
                  <a:cubicBezTo>
                    <a:pt x="2668" y="149"/>
                    <a:pt x="2740" y="105"/>
                    <a:pt x="2820" y="69"/>
                  </a:cubicBezTo>
                  <a:cubicBezTo>
                    <a:pt x="2868" y="47"/>
                    <a:pt x="2920" y="35"/>
                    <a:pt x="2972" y="35"/>
                  </a:cubicBezTo>
                  <a:cubicBezTo>
                    <a:pt x="3005" y="35"/>
                    <a:pt x="3038" y="41"/>
                    <a:pt x="3070" y="51"/>
                  </a:cubicBezTo>
                  <a:cubicBezTo>
                    <a:pt x="3114" y="69"/>
                    <a:pt x="3141" y="96"/>
                    <a:pt x="3168" y="131"/>
                  </a:cubicBezTo>
                  <a:cubicBezTo>
                    <a:pt x="3177" y="167"/>
                    <a:pt x="3186" y="212"/>
                    <a:pt x="3177" y="247"/>
                  </a:cubicBezTo>
                  <a:cubicBezTo>
                    <a:pt x="3159" y="337"/>
                    <a:pt x="3132" y="417"/>
                    <a:pt x="3087" y="497"/>
                  </a:cubicBezTo>
                  <a:cubicBezTo>
                    <a:pt x="2998" y="649"/>
                    <a:pt x="2891" y="792"/>
                    <a:pt x="2757" y="916"/>
                  </a:cubicBezTo>
                  <a:lnTo>
                    <a:pt x="2731" y="934"/>
                  </a:lnTo>
                  <a:lnTo>
                    <a:pt x="2757" y="952"/>
                  </a:lnTo>
                  <a:cubicBezTo>
                    <a:pt x="2998" y="1086"/>
                    <a:pt x="3230" y="1246"/>
                    <a:pt x="3435" y="1425"/>
                  </a:cubicBezTo>
                  <a:cubicBezTo>
                    <a:pt x="3542" y="1514"/>
                    <a:pt x="3632" y="1621"/>
                    <a:pt x="3712" y="1728"/>
                  </a:cubicBezTo>
                  <a:cubicBezTo>
                    <a:pt x="3801" y="1835"/>
                    <a:pt x="3864" y="1960"/>
                    <a:pt x="3890" y="2085"/>
                  </a:cubicBezTo>
                  <a:cubicBezTo>
                    <a:pt x="3899" y="2147"/>
                    <a:pt x="3864" y="2210"/>
                    <a:pt x="3810" y="2237"/>
                  </a:cubicBezTo>
                  <a:cubicBezTo>
                    <a:pt x="3782" y="2249"/>
                    <a:pt x="3754" y="2254"/>
                    <a:pt x="3726" y="2254"/>
                  </a:cubicBezTo>
                  <a:cubicBezTo>
                    <a:pt x="3693" y="2254"/>
                    <a:pt x="3661" y="2246"/>
                    <a:pt x="3632" y="2237"/>
                  </a:cubicBezTo>
                  <a:cubicBezTo>
                    <a:pt x="3498" y="2183"/>
                    <a:pt x="3373" y="2121"/>
                    <a:pt x="3266" y="2040"/>
                  </a:cubicBezTo>
                  <a:cubicBezTo>
                    <a:pt x="3150" y="1960"/>
                    <a:pt x="3043" y="1871"/>
                    <a:pt x="2927" y="1791"/>
                  </a:cubicBezTo>
                  <a:cubicBezTo>
                    <a:pt x="2864" y="1755"/>
                    <a:pt x="2811" y="1710"/>
                    <a:pt x="2748" y="1684"/>
                  </a:cubicBezTo>
                  <a:cubicBezTo>
                    <a:pt x="2686" y="1639"/>
                    <a:pt x="2615" y="1612"/>
                    <a:pt x="2543" y="1594"/>
                  </a:cubicBezTo>
                  <a:lnTo>
                    <a:pt x="2481" y="1585"/>
                  </a:lnTo>
                  <a:lnTo>
                    <a:pt x="2481" y="1585"/>
                  </a:lnTo>
                  <a:lnTo>
                    <a:pt x="2525" y="1639"/>
                  </a:lnTo>
                  <a:cubicBezTo>
                    <a:pt x="2650" y="1791"/>
                    <a:pt x="2775" y="1951"/>
                    <a:pt x="2882" y="2121"/>
                  </a:cubicBezTo>
                  <a:cubicBezTo>
                    <a:pt x="2989" y="2281"/>
                    <a:pt x="3079" y="2460"/>
                    <a:pt x="3150" y="2647"/>
                  </a:cubicBezTo>
                  <a:cubicBezTo>
                    <a:pt x="3186" y="2736"/>
                    <a:pt x="3212" y="2834"/>
                    <a:pt x="3221" y="2933"/>
                  </a:cubicBezTo>
                  <a:cubicBezTo>
                    <a:pt x="3239" y="3022"/>
                    <a:pt x="3203" y="3120"/>
                    <a:pt x="3132" y="3182"/>
                  </a:cubicBezTo>
                  <a:cubicBezTo>
                    <a:pt x="3084" y="3214"/>
                    <a:pt x="3029" y="3231"/>
                    <a:pt x="2974" y="3231"/>
                  </a:cubicBezTo>
                  <a:cubicBezTo>
                    <a:pt x="2937" y="3231"/>
                    <a:pt x="2900" y="3223"/>
                    <a:pt x="2864" y="3209"/>
                  </a:cubicBezTo>
                  <a:cubicBezTo>
                    <a:pt x="2780" y="3175"/>
                    <a:pt x="2703" y="3117"/>
                    <a:pt x="2642" y="3050"/>
                  </a:cubicBezTo>
                  <a:lnTo>
                    <a:pt x="2642" y="3050"/>
                  </a:lnTo>
                  <a:cubicBezTo>
                    <a:pt x="2642" y="3050"/>
                    <a:pt x="2642" y="3049"/>
                    <a:pt x="2641" y="3049"/>
                  </a:cubicBezTo>
                  <a:lnTo>
                    <a:pt x="2641" y="3049"/>
                  </a:lnTo>
                  <a:lnTo>
                    <a:pt x="2641" y="3049"/>
                  </a:lnTo>
                  <a:cubicBezTo>
                    <a:pt x="2638" y="3046"/>
                    <a:pt x="2635" y="3043"/>
                    <a:pt x="2632" y="3040"/>
                  </a:cubicBezTo>
                  <a:lnTo>
                    <a:pt x="2561" y="2959"/>
                  </a:lnTo>
                  <a:lnTo>
                    <a:pt x="2606" y="3057"/>
                  </a:lnTo>
                  <a:cubicBezTo>
                    <a:pt x="2641" y="3147"/>
                    <a:pt x="2668" y="3236"/>
                    <a:pt x="2677" y="3334"/>
                  </a:cubicBezTo>
                  <a:cubicBezTo>
                    <a:pt x="2686" y="3432"/>
                    <a:pt x="2659" y="3530"/>
                    <a:pt x="2606" y="3602"/>
                  </a:cubicBezTo>
                  <a:cubicBezTo>
                    <a:pt x="2553" y="3648"/>
                    <a:pt x="2486" y="3674"/>
                    <a:pt x="2418" y="3674"/>
                  </a:cubicBezTo>
                  <a:cubicBezTo>
                    <a:pt x="2394" y="3674"/>
                    <a:pt x="2370" y="3671"/>
                    <a:pt x="2347" y="3664"/>
                  </a:cubicBezTo>
                  <a:cubicBezTo>
                    <a:pt x="2262" y="3639"/>
                    <a:pt x="2185" y="3589"/>
                    <a:pt x="2124" y="3515"/>
                  </a:cubicBezTo>
                  <a:lnTo>
                    <a:pt x="2124" y="3515"/>
                  </a:lnTo>
                  <a:cubicBezTo>
                    <a:pt x="2124" y="3514"/>
                    <a:pt x="2124" y="3513"/>
                    <a:pt x="2124" y="3512"/>
                  </a:cubicBezTo>
                  <a:lnTo>
                    <a:pt x="2124" y="3512"/>
                  </a:lnTo>
                  <a:lnTo>
                    <a:pt x="2123" y="3513"/>
                  </a:lnTo>
                  <a:lnTo>
                    <a:pt x="2123" y="3513"/>
                  </a:lnTo>
                  <a:cubicBezTo>
                    <a:pt x="2120" y="3510"/>
                    <a:pt x="2118" y="3507"/>
                    <a:pt x="2115" y="3503"/>
                  </a:cubicBezTo>
                  <a:lnTo>
                    <a:pt x="2079" y="3477"/>
                  </a:lnTo>
                  <a:lnTo>
                    <a:pt x="2079" y="3477"/>
                  </a:lnTo>
                  <a:lnTo>
                    <a:pt x="2088" y="3521"/>
                  </a:lnTo>
                  <a:cubicBezTo>
                    <a:pt x="2124" y="3628"/>
                    <a:pt x="2088" y="3753"/>
                    <a:pt x="2008" y="3834"/>
                  </a:cubicBezTo>
                  <a:cubicBezTo>
                    <a:pt x="1963" y="3878"/>
                    <a:pt x="1910" y="3896"/>
                    <a:pt x="1847" y="3905"/>
                  </a:cubicBezTo>
                  <a:cubicBezTo>
                    <a:pt x="1794" y="3896"/>
                    <a:pt x="1740" y="3878"/>
                    <a:pt x="1705" y="3834"/>
                  </a:cubicBezTo>
                  <a:cubicBezTo>
                    <a:pt x="1624" y="3744"/>
                    <a:pt x="1553" y="3655"/>
                    <a:pt x="1491" y="3548"/>
                  </a:cubicBezTo>
                  <a:cubicBezTo>
                    <a:pt x="1429" y="3451"/>
                    <a:pt x="1350" y="3363"/>
                    <a:pt x="1261" y="3283"/>
                  </a:cubicBezTo>
                  <a:lnTo>
                    <a:pt x="1261" y="3283"/>
                  </a:lnTo>
                  <a:cubicBezTo>
                    <a:pt x="1350" y="3363"/>
                    <a:pt x="1429" y="3451"/>
                    <a:pt x="1491" y="3557"/>
                  </a:cubicBezTo>
                  <a:cubicBezTo>
                    <a:pt x="1544" y="3655"/>
                    <a:pt x="1615" y="3753"/>
                    <a:pt x="1696" y="3842"/>
                  </a:cubicBezTo>
                  <a:cubicBezTo>
                    <a:pt x="1740" y="3887"/>
                    <a:pt x="1794" y="3914"/>
                    <a:pt x="1856" y="3914"/>
                  </a:cubicBezTo>
                  <a:cubicBezTo>
                    <a:pt x="1919" y="3914"/>
                    <a:pt x="1981" y="3887"/>
                    <a:pt x="2026" y="3851"/>
                  </a:cubicBezTo>
                  <a:cubicBezTo>
                    <a:pt x="2070" y="3807"/>
                    <a:pt x="2106" y="3753"/>
                    <a:pt x="2115" y="3691"/>
                  </a:cubicBezTo>
                  <a:cubicBezTo>
                    <a:pt x="2129" y="3650"/>
                    <a:pt x="2132" y="3604"/>
                    <a:pt x="2129" y="3557"/>
                  </a:cubicBezTo>
                  <a:lnTo>
                    <a:pt x="2129" y="3557"/>
                  </a:lnTo>
                  <a:cubicBezTo>
                    <a:pt x="2188" y="3623"/>
                    <a:pt x="2260" y="3668"/>
                    <a:pt x="2347" y="3700"/>
                  </a:cubicBezTo>
                  <a:cubicBezTo>
                    <a:pt x="2373" y="3709"/>
                    <a:pt x="2401" y="3714"/>
                    <a:pt x="2429" y="3714"/>
                  </a:cubicBezTo>
                  <a:cubicBezTo>
                    <a:pt x="2504" y="3714"/>
                    <a:pt x="2580" y="3681"/>
                    <a:pt x="2632" y="3628"/>
                  </a:cubicBezTo>
                  <a:cubicBezTo>
                    <a:pt x="2695" y="3548"/>
                    <a:pt x="2731" y="3441"/>
                    <a:pt x="2713" y="3334"/>
                  </a:cubicBezTo>
                  <a:cubicBezTo>
                    <a:pt x="2706" y="3264"/>
                    <a:pt x="2691" y="3195"/>
                    <a:pt x="2670" y="3128"/>
                  </a:cubicBezTo>
                  <a:lnTo>
                    <a:pt x="2670" y="3128"/>
                  </a:lnTo>
                  <a:cubicBezTo>
                    <a:pt x="2722" y="3180"/>
                    <a:pt x="2784" y="3221"/>
                    <a:pt x="2855" y="3254"/>
                  </a:cubicBezTo>
                  <a:cubicBezTo>
                    <a:pt x="2893" y="3267"/>
                    <a:pt x="2934" y="3275"/>
                    <a:pt x="2974" y="3275"/>
                  </a:cubicBezTo>
                  <a:cubicBezTo>
                    <a:pt x="3039" y="3275"/>
                    <a:pt x="3104" y="3256"/>
                    <a:pt x="3159" y="3218"/>
                  </a:cubicBezTo>
                  <a:cubicBezTo>
                    <a:pt x="3203" y="3182"/>
                    <a:pt x="3239" y="3138"/>
                    <a:pt x="3257" y="3093"/>
                  </a:cubicBezTo>
                  <a:cubicBezTo>
                    <a:pt x="3266" y="3040"/>
                    <a:pt x="3275" y="2986"/>
                    <a:pt x="3275" y="2933"/>
                  </a:cubicBezTo>
                  <a:cubicBezTo>
                    <a:pt x="3257" y="2834"/>
                    <a:pt x="3230" y="2736"/>
                    <a:pt x="3194" y="2638"/>
                  </a:cubicBezTo>
                  <a:cubicBezTo>
                    <a:pt x="3123" y="2451"/>
                    <a:pt x="3034" y="2263"/>
                    <a:pt x="2927" y="2094"/>
                  </a:cubicBezTo>
                  <a:cubicBezTo>
                    <a:pt x="2834" y="1954"/>
                    <a:pt x="2727" y="1808"/>
                    <a:pt x="2619" y="1672"/>
                  </a:cubicBezTo>
                  <a:lnTo>
                    <a:pt x="2619" y="1672"/>
                  </a:lnTo>
                  <a:cubicBezTo>
                    <a:pt x="2657" y="1688"/>
                    <a:pt x="2692" y="1706"/>
                    <a:pt x="2731" y="1728"/>
                  </a:cubicBezTo>
                  <a:cubicBezTo>
                    <a:pt x="2784" y="1764"/>
                    <a:pt x="2847" y="1800"/>
                    <a:pt x="2900" y="1844"/>
                  </a:cubicBezTo>
                  <a:cubicBezTo>
                    <a:pt x="3016" y="1924"/>
                    <a:pt x="3123" y="2005"/>
                    <a:pt x="3239" y="2094"/>
                  </a:cubicBezTo>
                  <a:cubicBezTo>
                    <a:pt x="3355" y="2174"/>
                    <a:pt x="3480" y="2246"/>
                    <a:pt x="3614" y="2290"/>
                  </a:cubicBezTo>
                  <a:cubicBezTo>
                    <a:pt x="3649" y="2304"/>
                    <a:pt x="3687" y="2310"/>
                    <a:pt x="3725" y="2310"/>
                  </a:cubicBezTo>
                  <a:cubicBezTo>
                    <a:pt x="3763" y="2310"/>
                    <a:pt x="3801" y="2304"/>
                    <a:pt x="3837" y="2290"/>
                  </a:cubicBezTo>
                  <a:cubicBezTo>
                    <a:pt x="3881" y="2272"/>
                    <a:pt x="3908" y="2246"/>
                    <a:pt x="3926" y="2201"/>
                  </a:cubicBezTo>
                  <a:cubicBezTo>
                    <a:pt x="3944" y="2165"/>
                    <a:pt x="3944" y="2130"/>
                    <a:pt x="3944" y="2085"/>
                  </a:cubicBezTo>
                  <a:cubicBezTo>
                    <a:pt x="3917" y="1942"/>
                    <a:pt x="3855" y="1808"/>
                    <a:pt x="3757" y="1701"/>
                  </a:cubicBezTo>
                  <a:cubicBezTo>
                    <a:pt x="3676" y="1585"/>
                    <a:pt x="3578" y="1487"/>
                    <a:pt x="3471" y="1389"/>
                  </a:cubicBezTo>
                  <a:cubicBezTo>
                    <a:pt x="3264" y="1217"/>
                    <a:pt x="3041" y="1061"/>
                    <a:pt x="2809" y="922"/>
                  </a:cubicBezTo>
                  <a:lnTo>
                    <a:pt x="2809" y="922"/>
                  </a:lnTo>
                  <a:cubicBezTo>
                    <a:pt x="2939" y="809"/>
                    <a:pt x="3039" y="666"/>
                    <a:pt x="3123" y="515"/>
                  </a:cubicBezTo>
                  <a:cubicBezTo>
                    <a:pt x="3168" y="435"/>
                    <a:pt x="3203" y="345"/>
                    <a:pt x="3221" y="256"/>
                  </a:cubicBezTo>
                  <a:cubicBezTo>
                    <a:pt x="3230" y="212"/>
                    <a:pt x="3221" y="158"/>
                    <a:pt x="3203" y="114"/>
                  </a:cubicBezTo>
                  <a:cubicBezTo>
                    <a:pt x="3177" y="69"/>
                    <a:pt x="3141" y="33"/>
                    <a:pt x="3087" y="15"/>
                  </a:cubicBezTo>
                  <a:cubicBezTo>
                    <a:pt x="3054" y="5"/>
                    <a:pt x="3019" y="0"/>
                    <a:pt x="2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1109231" y="2363288"/>
              <a:ext cx="238137" cy="271682"/>
            </a:xfrm>
            <a:custGeom>
              <a:avLst/>
              <a:gdLst/>
              <a:ahLst/>
              <a:cxnLst/>
              <a:rect l="l" t="t" r="r" b="b"/>
              <a:pathLst>
                <a:path w="2151" h="2454" extrusionOk="0">
                  <a:moveTo>
                    <a:pt x="1866" y="0"/>
                  </a:moveTo>
                  <a:cubicBezTo>
                    <a:pt x="1721" y="0"/>
                    <a:pt x="1519" y="138"/>
                    <a:pt x="1258" y="437"/>
                  </a:cubicBezTo>
                  <a:cubicBezTo>
                    <a:pt x="857" y="901"/>
                    <a:pt x="1" y="2453"/>
                    <a:pt x="1" y="2453"/>
                  </a:cubicBezTo>
                  <a:lnTo>
                    <a:pt x="2008" y="2239"/>
                  </a:lnTo>
                  <a:cubicBezTo>
                    <a:pt x="2008" y="2239"/>
                    <a:pt x="2151" y="1240"/>
                    <a:pt x="2151" y="669"/>
                  </a:cubicBezTo>
                  <a:cubicBezTo>
                    <a:pt x="2151" y="242"/>
                    <a:pt x="2058" y="0"/>
                    <a:pt x="18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1304742" y="2529460"/>
              <a:ext cx="38638" cy="85690"/>
            </a:xfrm>
            <a:custGeom>
              <a:avLst/>
              <a:gdLst/>
              <a:ahLst/>
              <a:cxnLst/>
              <a:rect l="l" t="t" r="r" b="b"/>
              <a:pathLst>
                <a:path w="349" h="774" extrusionOk="0">
                  <a:moveTo>
                    <a:pt x="340" y="0"/>
                  </a:moveTo>
                  <a:cubicBezTo>
                    <a:pt x="336" y="0"/>
                    <a:pt x="331" y="2"/>
                    <a:pt x="331" y="7"/>
                  </a:cubicBezTo>
                  <a:cubicBezTo>
                    <a:pt x="322" y="60"/>
                    <a:pt x="313" y="141"/>
                    <a:pt x="304" y="203"/>
                  </a:cubicBezTo>
                  <a:cubicBezTo>
                    <a:pt x="295" y="257"/>
                    <a:pt x="286" y="319"/>
                    <a:pt x="286" y="381"/>
                  </a:cubicBezTo>
                  <a:cubicBezTo>
                    <a:pt x="269" y="497"/>
                    <a:pt x="260" y="613"/>
                    <a:pt x="242" y="738"/>
                  </a:cubicBezTo>
                  <a:cubicBezTo>
                    <a:pt x="240" y="737"/>
                    <a:pt x="236" y="737"/>
                    <a:pt x="229" y="737"/>
                  </a:cubicBezTo>
                  <a:cubicBezTo>
                    <a:pt x="181" y="737"/>
                    <a:pt x="17" y="765"/>
                    <a:pt x="1" y="765"/>
                  </a:cubicBezTo>
                  <a:cubicBezTo>
                    <a:pt x="1" y="765"/>
                    <a:pt x="1" y="774"/>
                    <a:pt x="1" y="774"/>
                  </a:cubicBezTo>
                  <a:cubicBezTo>
                    <a:pt x="90" y="774"/>
                    <a:pt x="188" y="765"/>
                    <a:pt x="278" y="756"/>
                  </a:cubicBezTo>
                  <a:cubicBezTo>
                    <a:pt x="295" y="631"/>
                    <a:pt x="304" y="506"/>
                    <a:pt x="322" y="381"/>
                  </a:cubicBezTo>
                  <a:cubicBezTo>
                    <a:pt x="322" y="319"/>
                    <a:pt x="331" y="265"/>
                    <a:pt x="331" y="203"/>
                  </a:cubicBezTo>
                  <a:cubicBezTo>
                    <a:pt x="340" y="141"/>
                    <a:pt x="340" y="78"/>
                    <a:pt x="349" y="7"/>
                  </a:cubicBezTo>
                  <a:cubicBezTo>
                    <a:pt x="349" y="2"/>
                    <a:pt x="344" y="0"/>
                    <a:pt x="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1129048" y="2589353"/>
              <a:ext cx="195625" cy="23913"/>
            </a:xfrm>
            <a:custGeom>
              <a:avLst/>
              <a:gdLst/>
              <a:ahLst/>
              <a:cxnLst/>
              <a:rect l="l" t="t" r="r" b="b"/>
              <a:pathLst>
                <a:path w="1767" h="216" extrusionOk="0">
                  <a:moveTo>
                    <a:pt x="1757" y="1"/>
                  </a:moveTo>
                  <a:cubicBezTo>
                    <a:pt x="1615" y="19"/>
                    <a:pt x="1463" y="10"/>
                    <a:pt x="1320" y="28"/>
                  </a:cubicBezTo>
                  <a:cubicBezTo>
                    <a:pt x="1178" y="37"/>
                    <a:pt x="1026" y="55"/>
                    <a:pt x="883" y="72"/>
                  </a:cubicBezTo>
                  <a:cubicBezTo>
                    <a:pt x="589" y="99"/>
                    <a:pt x="294" y="153"/>
                    <a:pt x="9" y="197"/>
                  </a:cubicBezTo>
                  <a:cubicBezTo>
                    <a:pt x="0" y="197"/>
                    <a:pt x="0" y="215"/>
                    <a:pt x="9" y="215"/>
                  </a:cubicBezTo>
                  <a:cubicBezTo>
                    <a:pt x="303" y="170"/>
                    <a:pt x="589" y="144"/>
                    <a:pt x="883" y="108"/>
                  </a:cubicBezTo>
                  <a:cubicBezTo>
                    <a:pt x="1026" y="90"/>
                    <a:pt x="1178" y="72"/>
                    <a:pt x="1320" y="63"/>
                  </a:cubicBezTo>
                  <a:cubicBezTo>
                    <a:pt x="1463" y="46"/>
                    <a:pt x="1615" y="19"/>
                    <a:pt x="1757" y="10"/>
                  </a:cubicBezTo>
                  <a:cubicBezTo>
                    <a:pt x="1766" y="10"/>
                    <a:pt x="1766" y="1"/>
                    <a:pt x="1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940402" y="3090083"/>
              <a:ext cx="2988727" cy="106835"/>
            </a:xfrm>
            <a:custGeom>
              <a:avLst/>
              <a:gdLst/>
              <a:ahLst/>
              <a:cxnLst/>
              <a:rect l="l" t="t" r="r" b="b"/>
              <a:pathLst>
                <a:path w="26996" h="965" extrusionOk="0">
                  <a:moveTo>
                    <a:pt x="0" y="1"/>
                  </a:moveTo>
                  <a:lnTo>
                    <a:pt x="0" y="964"/>
                  </a:lnTo>
                  <a:lnTo>
                    <a:pt x="26995" y="964"/>
                  </a:lnTo>
                  <a:lnTo>
                    <a:pt x="269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6"/>
            <p:cNvSpPr/>
            <p:nvPr/>
          </p:nvSpPr>
          <p:spPr>
            <a:xfrm>
              <a:off x="1004498" y="3196808"/>
              <a:ext cx="234262" cy="1530487"/>
            </a:xfrm>
            <a:custGeom>
              <a:avLst/>
              <a:gdLst/>
              <a:ahLst/>
              <a:cxnLst/>
              <a:rect l="l" t="t" r="r" b="b"/>
              <a:pathLst>
                <a:path w="2116" h="13472" extrusionOk="0">
                  <a:moveTo>
                    <a:pt x="1125" y="0"/>
                  </a:moveTo>
                  <a:lnTo>
                    <a:pt x="1" y="13471"/>
                  </a:lnTo>
                  <a:lnTo>
                    <a:pt x="385" y="13471"/>
                  </a:lnTo>
                  <a:lnTo>
                    <a:pt x="21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3629711" y="3196808"/>
              <a:ext cx="235148" cy="1530487"/>
            </a:xfrm>
            <a:custGeom>
              <a:avLst/>
              <a:gdLst/>
              <a:ahLst/>
              <a:cxnLst/>
              <a:rect l="l" t="t" r="r" b="b"/>
              <a:pathLst>
                <a:path w="2124" h="13472" extrusionOk="0">
                  <a:moveTo>
                    <a:pt x="0" y="0"/>
                  </a:moveTo>
                  <a:lnTo>
                    <a:pt x="1731" y="13471"/>
                  </a:lnTo>
                  <a:lnTo>
                    <a:pt x="2123" y="13471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1659339" y="3037829"/>
              <a:ext cx="473175" cy="52366"/>
            </a:xfrm>
            <a:custGeom>
              <a:avLst/>
              <a:gdLst/>
              <a:ahLst/>
              <a:cxnLst/>
              <a:rect l="l" t="t" r="r" b="b"/>
              <a:pathLst>
                <a:path w="4274" h="473" extrusionOk="0">
                  <a:moveTo>
                    <a:pt x="4274" y="0"/>
                  </a:moveTo>
                  <a:lnTo>
                    <a:pt x="1" y="143"/>
                  </a:lnTo>
                  <a:lnTo>
                    <a:pt x="1" y="473"/>
                  </a:lnTo>
                  <a:lnTo>
                    <a:pt x="4274" y="473"/>
                  </a:lnTo>
                  <a:lnTo>
                    <a:pt x="42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2166050" y="2979486"/>
              <a:ext cx="364789" cy="109824"/>
            </a:xfrm>
            <a:custGeom>
              <a:avLst/>
              <a:gdLst/>
              <a:ahLst/>
              <a:cxnLst/>
              <a:rect l="l" t="t" r="r" b="b"/>
              <a:pathLst>
                <a:path w="3295" h="992" extrusionOk="0">
                  <a:moveTo>
                    <a:pt x="1547" y="1"/>
                  </a:moveTo>
                  <a:cubicBezTo>
                    <a:pt x="1436" y="1"/>
                    <a:pt x="1327" y="15"/>
                    <a:pt x="1222" y="45"/>
                  </a:cubicBezTo>
                  <a:cubicBezTo>
                    <a:pt x="348" y="304"/>
                    <a:pt x="0" y="991"/>
                    <a:pt x="241" y="991"/>
                  </a:cubicBezTo>
                  <a:lnTo>
                    <a:pt x="3051" y="991"/>
                  </a:lnTo>
                  <a:cubicBezTo>
                    <a:pt x="3295" y="763"/>
                    <a:pt x="2374" y="1"/>
                    <a:pt x="1547" y="1"/>
                  </a:cubicBezTo>
                  <a:close/>
                </a:path>
              </a:pathLst>
            </a:custGeom>
            <a:solidFill>
              <a:srgbClr val="1A2E35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2381266" y="3006167"/>
              <a:ext cx="53473" cy="83143"/>
            </a:xfrm>
            <a:custGeom>
              <a:avLst/>
              <a:gdLst/>
              <a:ahLst/>
              <a:cxnLst/>
              <a:rect l="l" t="t" r="r" b="b"/>
              <a:pathLst>
                <a:path w="483" h="751" extrusionOk="0">
                  <a:moveTo>
                    <a:pt x="483" y="1"/>
                  </a:moveTo>
                  <a:lnTo>
                    <a:pt x="483" y="1"/>
                  </a:lnTo>
                  <a:cubicBezTo>
                    <a:pt x="402" y="27"/>
                    <a:pt x="340" y="63"/>
                    <a:pt x="277" y="117"/>
                  </a:cubicBezTo>
                  <a:cubicBezTo>
                    <a:pt x="215" y="170"/>
                    <a:pt x="161" y="233"/>
                    <a:pt x="117" y="295"/>
                  </a:cubicBezTo>
                  <a:cubicBezTo>
                    <a:pt x="81" y="366"/>
                    <a:pt x="46" y="438"/>
                    <a:pt x="28" y="518"/>
                  </a:cubicBezTo>
                  <a:cubicBezTo>
                    <a:pt x="10" y="589"/>
                    <a:pt x="1" y="670"/>
                    <a:pt x="1" y="750"/>
                  </a:cubicBezTo>
                  <a:cubicBezTo>
                    <a:pt x="46" y="607"/>
                    <a:pt x="108" y="465"/>
                    <a:pt x="188" y="340"/>
                  </a:cubicBezTo>
                  <a:cubicBezTo>
                    <a:pt x="224" y="277"/>
                    <a:pt x="269" y="215"/>
                    <a:pt x="313" y="161"/>
                  </a:cubicBezTo>
                  <a:cubicBezTo>
                    <a:pt x="367" y="99"/>
                    <a:pt x="420" y="54"/>
                    <a:pt x="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6"/>
            <p:cNvSpPr/>
            <p:nvPr/>
          </p:nvSpPr>
          <p:spPr>
            <a:xfrm>
              <a:off x="2418796" y="3017016"/>
              <a:ext cx="85136" cy="72294"/>
            </a:xfrm>
            <a:custGeom>
              <a:avLst/>
              <a:gdLst/>
              <a:ahLst/>
              <a:cxnLst/>
              <a:rect l="l" t="t" r="r" b="b"/>
              <a:pathLst>
                <a:path w="769" h="653" extrusionOk="0">
                  <a:moveTo>
                    <a:pt x="1" y="1"/>
                  </a:moveTo>
                  <a:cubicBezTo>
                    <a:pt x="144" y="99"/>
                    <a:pt x="295" y="179"/>
                    <a:pt x="438" y="286"/>
                  </a:cubicBezTo>
                  <a:cubicBezTo>
                    <a:pt x="500" y="331"/>
                    <a:pt x="572" y="384"/>
                    <a:pt x="634" y="447"/>
                  </a:cubicBezTo>
                  <a:cubicBezTo>
                    <a:pt x="697" y="500"/>
                    <a:pt x="741" y="572"/>
                    <a:pt x="768" y="652"/>
                  </a:cubicBezTo>
                  <a:cubicBezTo>
                    <a:pt x="768" y="563"/>
                    <a:pt x="732" y="474"/>
                    <a:pt x="679" y="402"/>
                  </a:cubicBezTo>
                  <a:cubicBezTo>
                    <a:pt x="616" y="331"/>
                    <a:pt x="554" y="277"/>
                    <a:pt x="483" y="224"/>
                  </a:cubicBezTo>
                  <a:cubicBezTo>
                    <a:pt x="402" y="170"/>
                    <a:pt x="331" y="126"/>
                    <a:pt x="251" y="90"/>
                  </a:cubicBezTo>
                  <a:cubicBezTo>
                    <a:pt x="170" y="54"/>
                    <a:pt x="81" y="19"/>
                    <a:pt x="1" y="1"/>
                  </a:cubicBez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6"/>
            <p:cNvSpPr/>
            <p:nvPr/>
          </p:nvSpPr>
          <p:spPr>
            <a:xfrm>
              <a:off x="1969425" y="2378000"/>
              <a:ext cx="907815" cy="565077"/>
            </a:xfrm>
            <a:custGeom>
              <a:avLst/>
              <a:gdLst/>
              <a:ahLst/>
              <a:cxnLst/>
              <a:rect l="l" t="t" r="r" b="b"/>
              <a:pathLst>
                <a:path w="7941" h="5104" extrusionOk="0">
                  <a:moveTo>
                    <a:pt x="1089" y="1"/>
                  </a:moveTo>
                  <a:lnTo>
                    <a:pt x="1" y="5104"/>
                  </a:lnTo>
                  <a:lnTo>
                    <a:pt x="6852" y="5104"/>
                  </a:lnTo>
                  <a:lnTo>
                    <a:pt x="7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6"/>
            <p:cNvSpPr/>
            <p:nvPr/>
          </p:nvSpPr>
          <p:spPr>
            <a:xfrm>
              <a:off x="1997110" y="2378012"/>
              <a:ext cx="880145" cy="565064"/>
            </a:xfrm>
            <a:custGeom>
              <a:avLst/>
              <a:gdLst/>
              <a:ahLst/>
              <a:cxnLst/>
              <a:rect l="l" t="t" r="r" b="b"/>
              <a:pathLst>
                <a:path w="7950" h="5104" extrusionOk="0">
                  <a:moveTo>
                    <a:pt x="1098" y="1"/>
                  </a:moveTo>
                  <a:lnTo>
                    <a:pt x="1" y="5104"/>
                  </a:lnTo>
                  <a:lnTo>
                    <a:pt x="6852" y="5104"/>
                  </a:lnTo>
                  <a:lnTo>
                    <a:pt x="7949" y="1"/>
                  </a:lnTo>
                  <a:close/>
                </a:path>
              </a:pathLst>
            </a:custGeom>
            <a:solidFill>
              <a:srgbClr val="1A2E35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6"/>
            <p:cNvSpPr/>
            <p:nvPr/>
          </p:nvSpPr>
          <p:spPr>
            <a:xfrm>
              <a:off x="2329012" y="2613155"/>
              <a:ext cx="45502" cy="127427"/>
            </a:xfrm>
            <a:custGeom>
              <a:avLst/>
              <a:gdLst/>
              <a:ahLst/>
              <a:cxnLst/>
              <a:rect l="l" t="t" r="r" b="b"/>
              <a:pathLst>
                <a:path w="411" h="1151" extrusionOk="0">
                  <a:moveTo>
                    <a:pt x="250" y="0"/>
                  </a:moveTo>
                  <a:lnTo>
                    <a:pt x="0" y="1151"/>
                  </a:lnTo>
                  <a:lnTo>
                    <a:pt x="161" y="1151"/>
                  </a:lnTo>
                  <a:lnTo>
                    <a:pt x="4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2364549" y="2613155"/>
              <a:ext cx="44505" cy="127427"/>
            </a:xfrm>
            <a:custGeom>
              <a:avLst/>
              <a:gdLst/>
              <a:ahLst/>
              <a:cxnLst/>
              <a:rect l="l" t="t" r="r" b="b"/>
              <a:pathLst>
                <a:path w="402" h="1151" extrusionOk="0">
                  <a:moveTo>
                    <a:pt x="241" y="0"/>
                  </a:moveTo>
                  <a:lnTo>
                    <a:pt x="0" y="1151"/>
                  </a:lnTo>
                  <a:lnTo>
                    <a:pt x="161" y="1151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6"/>
            <p:cNvSpPr/>
            <p:nvPr/>
          </p:nvSpPr>
          <p:spPr>
            <a:xfrm>
              <a:off x="2399090" y="2613155"/>
              <a:ext cx="45502" cy="127427"/>
            </a:xfrm>
            <a:custGeom>
              <a:avLst/>
              <a:gdLst/>
              <a:ahLst/>
              <a:cxnLst/>
              <a:rect l="l" t="t" r="r" b="b"/>
              <a:pathLst>
                <a:path w="411" h="1151" extrusionOk="0">
                  <a:moveTo>
                    <a:pt x="250" y="0"/>
                  </a:moveTo>
                  <a:lnTo>
                    <a:pt x="0" y="1151"/>
                  </a:lnTo>
                  <a:lnTo>
                    <a:pt x="161" y="1151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6"/>
            <p:cNvSpPr/>
            <p:nvPr/>
          </p:nvSpPr>
          <p:spPr>
            <a:xfrm>
              <a:off x="2434628" y="2613155"/>
              <a:ext cx="44616" cy="127427"/>
            </a:xfrm>
            <a:custGeom>
              <a:avLst/>
              <a:gdLst/>
              <a:ahLst/>
              <a:cxnLst/>
              <a:rect l="l" t="t" r="r" b="b"/>
              <a:pathLst>
                <a:path w="403" h="1151" extrusionOk="0">
                  <a:moveTo>
                    <a:pt x="242" y="0"/>
                  </a:moveTo>
                  <a:lnTo>
                    <a:pt x="1" y="1151"/>
                  </a:lnTo>
                  <a:lnTo>
                    <a:pt x="161" y="1151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2469168" y="2613155"/>
              <a:ext cx="45613" cy="127427"/>
            </a:xfrm>
            <a:custGeom>
              <a:avLst/>
              <a:gdLst/>
              <a:ahLst/>
              <a:cxnLst/>
              <a:rect l="l" t="t" r="r" b="b"/>
              <a:pathLst>
                <a:path w="412" h="1151" extrusionOk="0">
                  <a:moveTo>
                    <a:pt x="251" y="0"/>
                  </a:moveTo>
                  <a:lnTo>
                    <a:pt x="1" y="1151"/>
                  </a:lnTo>
                  <a:lnTo>
                    <a:pt x="161" y="1151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6"/>
            <p:cNvSpPr/>
            <p:nvPr/>
          </p:nvSpPr>
          <p:spPr>
            <a:xfrm>
              <a:off x="2504816" y="2613155"/>
              <a:ext cx="44505" cy="127427"/>
            </a:xfrm>
            <a:custGeom>
              <a:avLst/>
              <a:gdLst/>
              <a:ahLst/>
              <a:cxnLst/>
              <a:rect l="l" t="t" r="r" b="b"/>
              <a:pathLst>
                <a:path w="402" h="1151" extrusionOk="0">
                  <a:moveTo>
                    <a:pt x="241" y="0"/>
                  </a:moveTo>
                  <a:lnTo>
                    <a:pt x="0" y="1151"/>
                  </a:lnTo>
                  <a:lnTo>
                    <a:pt x="161" y="115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6"/>
            <p:cNvSpPr/>
            <p:nvPr/>
          </p:nvSpPr>
          <p:spPr>
            <a:xfrm>
              <a:off x="2539357" y="2613155"/>
              <a:ext cx="45502" cy="127427"/>
            </a:xfrm>
            <a:custGeom>
              <a:avLst/>
              <a:gdLst/>
              <a:ahLst/>
              <a:cxnLst/>
              <a:rect l="l" t="t" r="r" b="b"/>
              <a:pathLst>
                <a:path w="411" h="1151" extrusionOk="0">
                  <a:moveTo>
                    <a:pt x="250" y="0"/>
                  </a:moveTo>
                  <a:lnTo>
                    <a:pt x="0" y="1151"/>
                  </a:lnTo>
                  <a:lnTo>
                    <a:pt x="161" y="1151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6"/>
            <p:cNvSpPr/>
            <p:nvPr/>
          </p:nvSpPr>
          <p:spPr>
            <a:xfrm>
              <a:off x="2167932" y="3048679"/>
              <a:ext cx="373536" cy="41516"/>
            </a:xfrm>
            <a:custGeom>
              <a:avLst/>
              <a:gdLst/>
              <a:ahLst/>
              <a:cxnLst/>
              <a:rect l="l" t="t" r="r" b="b"/>
              <a:pathLst>
                <a:path w="3374" h="375" extrusionOk="0">
                  <a:moveTo>
                    <a:pt x="3373" y="0"/>
                  </a:moveTo>
                  <a:lnTo>
                    <a:pt x="1" y="116"/>
                  </a:lnTo>
                  <a:lnTo>
                    <a:pt x="1" y="375"/>
                  </a:lnTo>
                  <a:lnTo>
                    <a:pt x="3373" y="375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6"/>
            <p:cNvSpPr/>
            <p:nvPr/>
          </p:nvSpPr>
          <p:spPr>
            <a:xfrm>
              <a:off x="2322038" y="2773127"/>
              <a:ext cx="321059" cy="317073"/>
            </a:xfrm>
            <a:custGeom>
              <a:avLst/>
              <a:gdLst/>
              <a:ahLst/>
              <a:cxnLst/>
              <a:rect l="l" t="t" r="r" b="b"/>
              <a:pathLst>
                <a:path w="2900" h="2864" extrusionOk="0">
                  <a:moveTo>
                    <a:pt x="1" y="0"/>
                  </a:moveTo>
                  <a:lnTo>
                    <a:pt x="1089" y="2864"/>
                  </a:lnTo>
                  <a:lnTo>
                    <a:pt x="2900" y="2864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6"/>
            <p:cNvSpPr/>
            <p:nvPr/>
          </p:nvSpPr>
          <p:spPr>
            <a:xfrm>
              <a:off x="2354696" y="2773127"/>
              <a:ext cx="321059" cy="317073"/>
            </a:xfrm>
            <a:custGeom>
              <a:avLst/>
              <a:gdLst/>
              <a:ahLst/>
              <a:cxnLst/>
              <a:rect l="l" t="t" r="r" b="b"/>
              <a:pathLst>
                <a:path w="2900" h="2864" extrusionOk="0">
                  <a:moveTo>
                    <a:pt x="0" y="0"/>
                  </a:moveTo>
                  <a:lnTo>
                    <a:pt x="1097" y="2864"/>
                  </a:lnTo>
                  <a:lnTo>
                    <a:pt x="2899" y="2864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6" name="Google Shape;386;p26"/>
          <p:cNvSpPr txBox="1"/>
          <p:nvPr/>
        </p:nvSpPr>
        <p:spPr>
          <a:xfrm>
            <a:off x="3340825" y="543250"/>
            <a:ext cx="3760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Usamos o Bootstrap para fazer toda a estilização do nosso código.	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87" name="Google Shape;387;p26"/>
          <p:cNvPicPr preferRelativeResize="0"/>
          <p:nvPr/>
        </p:nvPicPr>
        <p:blipFill rotWithShape="1">
          <a:blip r:embed="rId3">
            <a:alphaModFix/>
          </a:blip>
          <a:srcRect l="6707"/>
          <a:stretch/>
        </p:blipFill>
        <p:spPr>
          <a:xfrm>
            <a:off x="322825" y="1739488"/>
            <a:ext cx="6153424" cy="147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7"/>
          <p:cNvSpPr txBox="1">
            <a:spLocks noGrp="1"/>
          </p:cNvSpPr>
          <p:nvPr>
            <p:ph type="title"/>
          </p:nvPr>
        </p:nvSpPr>
        <p:spPr>
          <a:xfrm>
            <a:off x="375575" y="127913"/>
            <a:ext cx="3712800" cy="128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Formulário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93" name="Google Shape;393;p27"/>
          <p:cNvSpPr txBox="1">
            <a:spLocks noGrp="1"/>
          </p:cNvSpPr>
          <p:nvPr>
            <p:ph type="subTitle" idx="1"/>
          </p:nvPr>
        </p:nvSpPr>
        <p:spPr>
          <a:xfrm>
            <a:off x="598675" y="1413725"/>
            <a:ext cx="3032400" cy="6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 Formulário foi feito em HTML e </a:t>
            </a:r>
            <a:br>
              <a:rPr lang="en"/>
            </a:br>
            <a:r>
              <a:rPr lang="en"/>
              <a:t>usamos as tags:</a:t>
            </a:r>
            <a:br>
              <a:rPr lang="en"/>
            </a:br>
            <a:br>
              <a:rPr lang="en"/>
            </a:br>
            <a:r>
              <a:rPr lang="en"/>
              <a:t>•  &lt;form&gt; para dividir o código do formulário.</a:t>
            </a:r>
            <a:br>
              <a:rPr lang="en"/>
            </a:br>
            <a:r>
              <a:rPr lang="en"/>
              <a:t>•  &lt;label&gt; para definir os titulos de cada campo.</a:t>
            </a:r>
            <a:br>
              <a:rPr lang="en"/>
            </a:br>
            <a:r>
              <a:rPr lang="en"/>
              <a:t>•  &lt;input&gt; para que os usuários possam inserir dados.</a:t>
            </a:r>
            <a:br>
              <a:rPr lang="en"/>
            </a:br>
            <a:r>
              <a:rPr lang="en"/>
              <a:t>E no estado usamos um &lt;select&gt; para que o usuário possa selecionar o seu estado.</a:t>
            </a:r>
            <a:br>
              <a:rPr lang="en"/>
            </a:br>
            <a:r>
              <a:rPr lang="en"/>
              <a:t>•   &lt;button&gt; para definir os botões de ação. </a:t>
            </a:r>
            <a:br>
              <a:rPr lang="en"/>
            </a:br>
            <a:br>
              <a:rPr lang="en"/>
            </a:br>
            <a:endParaRPr/>
          </a:p>
        </p:txBody>
      </p:sp>
      <p:pic>
        <p:nvPicPr>
          <p:cNvPr id="394" name="Google Shape;39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9677" y="797277"/>
            <a:ext cx="5231075" cy="37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8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Banco de Dados</a:t>
            </a:r>
            <a:endParaRPr sz="4000"/>
          </a:p>
        </p:txBody>
      </p:sp>
      <p:sp>
        <p:nvSpPr>
          <p:cNvPr id="400" name="Google Shape;400;p28"/>
          <p:cNvSpPr txBox="1">
            <a:spLocks noGrp="1"/>
          </p:cNvSpPr>
          <p:nvPr>
            <p:ph type="subTitle" idx="1"/>
          </p:nvPr>
        </p:nvSpPr>
        <p:spPr>
          <a:xfrm>
            <a:off x="719925" y="3852114"/>
            <a:ext cx="2990400" cy="5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Usada para criar uma nova instância de uma conexão com um banco de dados MySQL.</a:t>
            </a:r>
            <a:endParaRPr/>
          </a:p>
        </p:txBody>
      </p:sp>
      <p:sp>
        <p:nvSpPr>
          <p:cNvPr id="401" name="Google Shape;401;p28"/>
          <p:cNvSpPr txBox="1">
            <a:spLocks noGrp="1"/>
          </p:cNvSpPr>
          <p:nvPr>
            <p:ph type="subTitle" idx="3"/>
          </p:nvPr>
        </p:nvSpPr>
        <p:spPr>
          <a:xfrm>
            <a:off x="719925" y="1617027"/>
            <a:ext cx="2990400" cy="5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Criamos um arquivo novo para armazenar os dados de configuração do banco de dados</a:t>
            </a:r>
            <a:endParaRPr/>
          </a:p>
        </p:txBody>
      </p:sp>
      <p:sp>
        <p:nvSpPr>
          <p:cNvPr id="402" name="Google Shape;402;p28"/>
          <p:cNvSpPr txBox="1">
            <a:spLocks noGrp="1"/>
          </p:cNvSpPr>
          <p:nvPr>
            <p:ph type="subTitle" idx="5"/>
          </p:nvPr>
        </p:nvSpPr>
        <p:spPr>
          <a:xfrm>
            <a:off x="719925" y="2810901"/>
            <a:ext cx="2990400" cy="5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Usamos esse atributo para gerar a conexão com o banco de dados criado.</a:t>
            </a:r>
            <a:endParaRPr/>
          </a:p>
        </p:txBody>
      </p:sp>
      <p:sp>
        <p:nvSpPr>
          <p:cNvPr id="403" name="Google Shape;403;p28"/>
          <p:cNvSpPr txBox="1">
            <a:spLocks noGrp="1"/>
          </p:cNvSpPr>
          <p:nvPr>
            <p:ph type="title"/>
          </p:nvPr>
        </p:nvSpPr>
        <p:spPr>
          <a:xfrm>
            <a:off x="719929" y="2524175"/>
            <a:ext cx="29904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$conn</a:t>
            </a:r>
            <a:endParaRPr/>
          </a:p>
        </p:txBody>
      </p:sp>
      <p:sp>
        <p:nvSpPr>
          <p:cNvPr id="404" name="Google Shape;404;p28"/>
          <p:cNvSpPr txBox="1">
            <a:spLocks noGrp="1"/>
          </p:cNvSpPr>
          <p:nvPr>
            <p:ph type="title" idx="2"/>
          </p:nvPr>
        </p:nvSpPr>
        <p:spPr>
          <a:xfrm>
            <a:off x="719925" y="1330300"/>
            <a:ext cx="29904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config.php</a:t>
            </a:r>
            <a:endParaRPr/>
          </a:p>
        </p:txBody>
      </p:sp>
      <p:sp>
        <p:nvSpPr>
          <p:cNvPr id="405" name="Google Shape;405;p28"/>
          <p:cNvSpPr txBox="1">
            <a:spLocks noGrp="1"/>
          </p:cNvSpPr>
          <p:nvPr>
            <p:ph type="title" idx="4"/>
          </p:nvPr>
        </p:nvSpPr>
        <p:spPr>
          <a:xfrm>
            <a:off x="719927" y="3565388"/>
            <a:ext cx="29904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mysqli</a:t>
            </a:r>
            <a:endParaRPr/>
          </a:p>
        </p:txBody>
      </p:sp>
      <p:sp>
        <p:nvSpPr>
          <p:cNvPr id="406" name="Google Shape;406;p28"/>
          <p:cNvSpPr/>
          <p:nvPr/>
        </p:nvSpPr>
        <p:spPr>
          <a:xfrm>
            <a:off x="9837830" y="4561549"/>
            <a:ext cx="258895" cy="14244"/>
          </a:xfrm>
          <a:custGeom>
            <a:avLst/>
            <a:gdLst/>
            <a:ahLst/>
            <a:cxnLst/>
            <a:rect l="l" t="t" r="r" b="b"/>
            <a:pathLst>
              <a:path w="1963" h="108" extrusionOk="0">
                <a:moveTo>
                  <a:pt x="0" y="0"/>
                </a:moveTo>
                <a:lnTo>
                  <a:pt x="0" y="107"/>
                </a:lnTo>
                <a:lnTo>
                  <a:pt x="1963" y="107"/>
                </a:lnTo>
                <a:lnTo>
                  <a:pt x="1963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8"/>
          <p:cNvSpPr/>
          <p:nvPr/>
        </p:nvSpPr>
        <p:spPr>
          <a:xfrm>
            <a:off x="10110701" y="4561549"/>
            <a:ext cx="230803" cy="14244"/>
          </a:xfrm>
          <a:custGeom>
            <a:avLst/>
            <a:gdLst/>
            <a:ahLst/>
            <a:cxnLst/>
            <a:rect l="l" t="t" r="r" b="b"/>
            <a:pathLst>
              <a:path w="1750" h="108" extrusionOk="0">
                <a:moveTo>
                  <a:pt x="1" y="0"/>
                </a:moveTo>
                <a:lnTo>
                  <a:pt x="1" y="107"/>
                </a:lnTo>
                <a:lnTo>
                  <a:pt x="1749" y="107"/>
                </a:lnTo>
                <a:lnTo>
                  <a:pt x="1749" y="0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8"/>
          <p:cNvSpPr/>
          <p:nvPr/>
        </p:nvSpPr>
        <p:spPr>
          <a:xfrm>
            <a:off x="9775448" y="4561549"/>
            <a:ext cx="36533" cy="14244"/>
          </a:xfrm>
          <a:custGeom>
            <a:avLst/>
            <a:gdLst/>
            <a:ahLst/>
            <a:cxnLst/>
            <a:rect l="l" t="t" r="r" b="b"/>
            <a:pathLst>
              <a:path w="277" h="108" extrusionOk="0">
                <a:moveTo>
                  <a:pt x="0" y="0"/>
                </a:moveTo>
                <a:lnTo>
                  <a:pt x="0" y="107"/>
                </a:lnTo>
                <a:lnTo>
                  <a:pt x="277" y="107"/>
                </a:lnTo>
                <a:lnTo>
                  <a:pt x="277" y="0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9" name="Google Shape;409;p28"/>
          <p:cNvGrpSpPr/>
          <p:nvPr/>
        </p:nvGrpSpPr>
        <p:grpSpPr>
          <a:xfrm>
            <a:off x="5110600" y="1315435"/>
            <a:ext cx="3593677" cy="2928662"/>
            <a:chOff x="4299017" y="1300326"/>
            <a:chExt cx="4124974" cy="3309597"/>
          </a:xfrm>
        </p:grpSpPr>
        <p:grpSp>
          <p:nvGrpSpPr>
            <p:cNvPr id="410" name="Google Shape;410;p28"/>
            <p:cNvGrpSpPr/>
            <p:nvPr/>
          </p:nvGrpSpPr>
          <p:grpSpPr>
            <a:xfrm>
              <a:off x="5353502" y="1403746"/>
              <a:ext cx="1663423" cy="2374264"/>
              <a:chOff x="7501648" y="1367467"/>
              <a:chExt cx="1499525" cy="2140327"/>
            </a:xfrm>
          </p:grpSpPr>
          <p:grpSp>
            <p:nvGrpSpPr>
              <p:cNvPr id="411" name="Google Shape;411;p28"/>
              <p:cNvGrpSpPr/>
              <p:nvPr/>
            </p:nvGrpSpPr>
            <p:grpSpPr>
              <a:xfrm>
                <a:off x="8238284" y="1367467"/>
                <a:ext cx="762889" cy="2140327"/>
                <a:chOff x="8238284" y="1367467"/>
                <a:chExt cx="762889" cy="2140327"/>
              </a:xfrm>
            </p:grpSpPr>
            <p:sp>
              <p:nvSpPr>
                <p:cNvPr id="412" name="Google Shape;412;p28"/>
                <p:cNvSpPr/>
                <p:nvPr/>
              </p:nvSpPr>
              <p:spPr>
                <a:xfrm>
                  <a:off x="8238284" y="1387439"/>
                  <a:ext cx="696940" cy="2120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6" h="9449" extrusionOk="0">
                      <a:moveTo>
                        <a:pt x="242" y="1"/>
                      </a:moveTo>
                      <a:lnTo>
                        <a:pt x="242" y="54"/>
                      </a:lnTo>
                      <a:lnTo>
                        <a:pt x="393" y="54"/>
                      </a:lnTo>
                      <a:lnTo>
                        <a:pt x="393" y="1"/>
                      </a:lnTo>
                      <a:close/>
                      <a:moveTo>
                        <a:pt x="545" y="1"/>
                      </a:moveTo>
                      <a:lnTo>
                        <a:pt x="545" y="54"/>
                      </a:lnTo>
                      <a:lnTo>
                        <a:pt x="697" y="54"/>
                      </a:lnTo>
                      <a:lnTo>
                        <a:pt x="697" y="1"/>
                      </a:lnTo>
                      <a:close/>
                      <a:moveTo>
                        <a:pt x="848" y="1"/>
                      </a:moveTo>
                      <a:lnTo>
                        <a:pt x="848" y="54"/>
                      </a:lnTo>
                      <a:lnTo>
                        <a:pt x="1000" y="54"/>
                      </a:lnTo>
                      <a:lnTo>
                        <a:pt x="1000" y="1"/>
                      </a:lnTo>
                      <a:close/>
                      <a:moveTo>
                        <a:pt x="1152" y="1"/>
                      </a:moveTo>
                      <a:lnTo>
                        <a:pt x="1152" y="54"/>
                      </a:lnTo>
                      <a:lnTo>
                        <a:pt x="1303" y="54"/>
                      </a:lnTo>
                      <a:lnTo>
                        <a:pt x="1303" y="1"/>
                      </a:lnTo>
                      <a:close/>
                      <a:moveTo>
                        <a:pt x="1446" y="1"/>
                      </a:moveTo>
                      <a:lnTo>
                        <a:pt x="1446" y="54"/>
                      </a:lnTo>
                      <a:lnTo>
                        <a:pt x="1598" y="54"/>
                      </a:lnTo>
                      <a:lnTo>
                        <a:pt x="1598" y="1"/>
                      </a:lnTo>
                      <a:close/>
                      <a:moveTo>
                        <a:pt x="1749" y="1"/>
                      </a:moveTo>
                      <a:lnTo>
                        <a:pt x="1749" y="54"/>
                      </a:lnTo>
                      <a:lnTo>
                        <a:pt x="1901" y="54"/>
                      </a:lnTo>
                      <a:lnTo>
                        <a:pt x="1901" y="1"/>
                      </a:lnTo>
                      <a:close/>
                      <a:moveTo>
                        <a:pt x="2053" y="1"/>
                      </a:moveTo>
                      <a:lnTo>
                        <a:pt x="2053" y="54"/>
                      </a:lnTo>
                      <a:lnTo>
                        <a:pt x="2204" y="54"/>
                      </a:lnTo>
                      <a:lnTo>
                        <a:pt x="2204" y="1"/>
                      </a:lnTo>
                      <a:close/>
                      <a:moveTo>
                        <a:pt x="2356" y="1"/>
                      </a:moveTo>
                      <a:lnTo>
                        <a:pt x="2356" y="54"/>
                      </a:lnTo>
                      <a:lnTo>
                        <a:pt x="2508" y="54"/>
                      </a:lnTo>
                      <a:lnTo>
                        <a:pt x="2508" y="1"/>
                      </a:lnTo>
                      <a:close/>
                      <a:moveTo>
                        <a:pt x="2650" y="1"/>
                      </a:moveTo>
                      <a:lnTo>
                        <a:pt x="2650" y="54"/>
                      </a:lnTo>
                      <a:lnTo>
                        <a:pt x="2802" y="54"/>
                      </a:lnTo>
                      <a:lnTo>
                        <a:pt x="2802" y="1"/>
                      </a:lnTo>
                      <a:close/>
                      <a:moveTo>
                        <a:pt x="2954" y="1"/>
                      </a:moveTo>
                      <a:lnTo>
                        <a:pt x="2954" y="54"/>
                      </a:lnTo>
                      <a:lnTo>
                        <a:pt x="3105" y="54"/>
                      </a:lnTo>
                      <a:lnTo>
                        <a:pt x="3105" y="1"/>
                      </a:lnTo>
                      <a:close/>
                      <a:moveTo>
                        <a:pt x="1" y="1"/>
                      </a:moveTo>
                      <a:lnTo>
                        <a:pt x="1" y="108"/>
                      </a:lnTo>
                      <a:lnTo>
                        <a:pt x="54" y="108"/>
                      </a:lnTo>
                      <a:lnTo>
                        <a:pt x="54" y="54"/>
                      </a:lnTo>
                      <a:lnTo>
                        <a:pt x="90" y="54"/>
                      </a:lnTo>
                      <a:lnTo>
                        <a:pt x="90" y="1"/>
                      </a:lnTo>
                      <a:close/>
                      <a:moveTo>
                        <a:pt x="1" y="260"/>
                      </a:moveTo>
                      <a:lnTo>
                        <a:pt x="1" y="411"/>
                      </a:lnTo>
                      <a:lnTo>
                        <a:pt x="54" y="411"/>
                      </a:lnTo>
                      <a:lnTo>
                        <a:pt x="54" y="260"/>
                      </a:lnTo>
                      <a:close/>
                      <a:moveTo>
                        <a:pt x="1" y="563"/>
                      </a:moveTo>
                      <a:lnTo>
                        <a:pt x="1" y="714"/>
                      </a:lnTo>
                      <a:lnTo>
                        <a:pt x="54" y="714"/>
                      </a:lnTo>
                      <a:lnTo>
                        <a:pt x="54" y="563"/>
                      </a:lnTo>
                      <a:close/>
                      <a:moveTo>
                        <a:pt x="1" y="866"/>
                      </a:moveTo>
                      <a:lnTo>
                        <a:pt x="1" y="1018"/>
                      </a:lnTo>
                      <a:lnTo>
                        <a:pt x="54" y="1018"/>
                      </a:lnTo>
                      <a:lnTo>
                        <a:pt x="54" y="866"/>
                      </a:lnTo>
                      <a:close/>
                      <a:moveTo>
                        <a:pt x="1" y="1169"/>
                      </a:moveTo>
                      <a:lnTo>
                        <a:pt x="1" y="1321"/>
                      </a:lnTo>
                      <a:lnTo>
                        <a:pt x="54" y="1321"/>
                      </a:lnTo>
                      <a:lnTo>
                        <a:pt x="54" y="1169"/>
                      </a:lnTo>
                      <a:close/>
                      <a:moveTo>
                        <a:pt x="1" y="1464"/>
                      </a:moveTo>
                      <a:lnTo>
                        <a:pt x="1" y="1615"/>
                      </a:lnTo>
                      <a:lnTo>
                        <a:pt x="54" y="1615"/>
                      </a:lnTo>
                      <a:lnTo>
                        <a:pt x="54" y="1464"/>
                      </a:lnTo>
                      <a:close/>
                      <a:moveTo>
                        <a:pt x="1" y="1767"/>
                      </a:moveTo>
                      <a:lnTo>
                        <a:pt x="1" y="1919"/>
                      </a:lnTo>
                      <a:lnTo>
                        <a:pt x="54" y="1919"/>
                      </a:lnTo>
                      <a:lnTo>
                        <a:pt x="54" y="1767"/>
                      </a:lnTo>
                      <a:close/>
                      <a:moveTo>
                        <a:pt x="1" y="2070"/>
                      </a:moveTo>
                      <a:lnTo>
                        <a:pt x="1" y="2222"/>
                      </a:lnTo>
                      <a:lnTo>
                        <a:pt x="54" y="2222"/>
                      </a:lnTo>
                      <a:lnTo>
                        <a:pt x="54" y="2070"/>
                      </a:lnTo>
                      <a:close/>
                      <a:moveTo>
                        <a:pt x="1" y="2374"/>
                      </a:moveTo>
                      <a:lnTo>
                        <a:pt x="1" y="2525"/>
                      </a:lnTo>
                      <a:lnTo>
                        <a:pt x="54" y="2525"/>
                      </a:lnTo>
                      <a:lnTo>
                        <a:pt x="54" y="2374"/>
                      </a:lnTo>
                      <a:close/>
                      <a:moveTo>
                        <a:pt x="1" y="2668"/>
                      </a:moveTo>
                      <a:lnTo>
                        <a:pt x="1" y="2820"/>
                      </a:lnTo>
                      <a:lnTo>
                        <a:pt x="54" y="2820"/>
                      </a:lnTo>
                      <a:lnTo>
                        <a:pt x="54" y="2668"/>
                      </a:lnTo>
                      <a:close/>
                      <a:moveTo>
                        <a:pt x="1" y="2971"/>
                      </a:moveTo>
                      <a:lnTo>
                        <a:pt x="1" y="3123"/>
                      </a:lnTo>
                      <a:lnTo>
                        <a:pt x="54" y="3123"/>
                      </a:lnTo>
                      <a:lnTo>
                        <a:pt x="54" y="2971"/>
                      </a:lnTo>
                      <a:close/>
                      <a:moveTo>
                        <a:pt x="1" y="3275"/>
                      </a:moveTo>
                      <a:lnTo>
                        <a:pt x="1" y="3426"/>
                      </a:lnTo>
                      <a:lnTo>
                        <a:pt x="54" y="3426"/>
                      </a:lnTo>
                      <a:lnTo>
                        <a:pt x="54" y="3275"/>
                      </a:lnTo>
                      <a:close/>
                      <a:moveTo>
                        <a:pt x="1" y="3578"/>
                      </a:moveTo>
                      <a:lnTo>
                        <a:pt x="1" y="3730"/>
                      </a:lnTo>
                      <a:lnTo>
                        <a:pt x="54" y="3730"/>
                      </a:lnTo>
                      <a:lnTo>
                        <a:pt x="54" y="3578"/>
                      </a:lnTo>
                      <a:close/>
                      <a:moveTo>
                        <a:pt x="1" y="3873"/>
                      </a:moveTo>
                      <a:lnTo>
                        <a:pt x="1" y="4024"/>
                      </a:lnTo>
                      <a:lnTo>
                        <a:pt x="54" y="4024"/>
                      </a:lnTo>
                      <a:lnTo>
                        <a:pt x="54" y="3873"/>
                      </a:lnTo>
                      <a:close/>
                      <a:moveTo>
                        <a:pt x="1" y="4176"/>
                      </a:moveTo>
                      <a:lnTo>
                        <a:pt x="1" y="4327"/>
                      </a:lnTo>
                      <a:lnTo>
                        <a:pt x="54" y="4327"/>
                      </a:lnTo>
                      <a:lnTo>
                        <a:pt x="54" y="4176"/>
                      </a:lnTo>
                      <a:close/>
                      <a:moveTo>
                        <a:pt x="1" y="4479"/>
                      </a:moveTo>
                      <a:lnTo>
                        <a:pt x="1" y="4631"/>
                      </a:lnTo>
                      <a:lnTo>
                        <a:pt x="54" y="4631"/>
                      </a:lnTo>
                      <a:lnTo>
                        <a:pt x="54" y="4479"/>
                      </a:lnTo>
                      <a:close/>
                      <a:moveTo>
                        <a:pt x="1" y="4782"/>
                      </a:moveTo>
                      <a:lnTo>
                        <a:pt x="1" y="4934"/>
                      </a:lnTo>
                      <a:lnTo>
                        <a:pt x="54" y="4934"/>
                      </a:lnTo>
                      <a:lnTo>
                        <a:pt x="54" y="4782"/>
                      </a:lnTo>
                      <a:close/>
                      <a:moveTo>
                        <a:pt x="1" y="5086"/>
                      </a:moveTo>
                      <a:lnTo>
                        <a:pt x="1" y="5229"/>
                      </a:lnTo>
                      <a:lnTo>
                        <a:pt x="54" y="5229"/>
                      </a:lnTo>
                      <a:lnTo>
                        <a:pt x="54" y="5086"/>
                      </a:lnTo>
                      <a:close/>
                      <a:moveTo>
                        <a:pt x="1" y="5380"/>
                      </a:moveTo>
                      <a:lnTo>
                        <a:pt x="1" y="5532"/>
                      </a:lnTo>
                      <a:lnTo>
                        <a:pt x="54" y="5532"/>
                      </a:lnTo>
                      <a:lnTo>
                        <a:pt x="54" y="5380"/>
                      </a:lnTo>
                      <a:close/>
                      <a:moveTo>
                        <a:pt x="1" y="5683"/>
                      </a:moveTo>
                      <a:lnTo>
                        <a:pt x="1" y="5835"/>
                      </a:lnTo>
                      <a:lnTo>
                        <a:pt x="54" y="5835"/>
                      </a:lnTo>
                      <a:lnTo>
                        <a:pt x="54" y="5683"/>
                      </a:lnTo>
                      <a:close/>
                      <a:moveTo>
                        <a:pt x="1" y="5987"/>
                      </a:moveTo>
                      <a:lnTo>
                        <a:pt x="1" y="6138"/>
                      </a:lnTo>
                      <a:lnTo>
                        <a:pt x="54" y="6138"/>
                      </a:lnTo>
                      <a:lnTo>
                        <a:pt x="54" y="5987"/>
                      </a:lnTo>
                      <a:close/>
                      <a:moveTo>
                        <a:pt x="1" y="6290"/>
                      </a:moveTo>
                      <a:lnTo>
                        <a:pt x="1" y="6433"/>
                      </a:lnTo>
                      <a:lnTo>
                        <a:pt x="54" y="6433"/>
                      </a:lnTo>
                      <a:lnTo>
                        <a:pt x="54" y="6290"/>
                      </a:lnTo>
                      <a:close/>
                      <a:moveTo>
                        <a:pt x="1" y="6584"/>
                      </a:moveTo>
                      <a:lnTo>
                        <a:pt x="1" y="6736"/>
                      </a:lnTo>
                      <a:lnTo>
                        <a:pt x="54" y="6736"/>
                      </a:lnTo>
                      <a:lnTo>
                        <a:pt x="54" y="6584"/>
                      </a:lnTo>
                      <a:close/>
                      <a:moveTo>
                        <a:pt x="1" y="6888"/>
                      </a:moveTo>
                      <a:lnTo>
                        <a:pt x="1" y="7039"/>
                      </a:lnTo>
                      <a:lnTo>
                        <a:pt x="54" y="7039"/>
                      </a:lnTo>
                      <a:lnTo>
                        <a:pt x="54" y="6888"/>
                      </a:lnTo>
                      <a:close/>
                      <a:moveTo>
                        <a:pt x="1" y="7191"/>
                      </a:moveTo>
                      <a:lnTo>
                        <a:pt x="1" y="7343"/>
                      </a:lnTo>
                      <a:lnTo>
                        <a:pt x="54" y="7343"/>
                      </a:lnTo>
                      <a:lnTo>
                        <a:pt x="54" y="7191"/>
                      </a:lnTo>
                      <a:close/>
                      <a:moveTo>
                        <a:pt x="1" y="7494"/>
                      </a:moveTo>
                      <a:lnTo>
                        <a:pt x="1" y="7637"/>
                      </a:lnTo>
                      <a:lnTo>
                        <a:pt x="54" y="7637"/>
                      </a:lnTo>
                      <a:lnTo>
                        <a:pt x="54" y="7494"/>
                      </a:lnTo>
                      <a:close/>
                      <a:moveTo>
                        <a:pt x="1" y="7789"/>
                      </a:moveTo>
                      <a:lnTo>
                        <a:pt x="1" y="7940"/>
                      </a:lnTo>
                      <a:lnTo>
                        <a:pt x="54" y="7940"/>
                      </a:lnTo>
                      <a:lnTo>
                        <a:pt x="54" y="7789"/>
                      </a:lnTo>
                      <a:close/>
                      <a:moveTo>
                        <a:pt x="1" y="8092"/>
                      </a:moveTo>
                      <a:lnTo>
                        <a:pt x="1" y="8244"/>
                      </a:lnTo>
                      <a:lnTo>
                        <a:pt x="54" y="8244"/>
                      </a:lnTo>
                      <a:lnTo>
                        <a:pt x="54" y="8092"/>
                      </a:lnTo>
                      <a:close/>
                      <a:moveTo>
                        <a:pt x="1" y="8395"/>
                      </a:moveTo>
                      <a:lnTo>
                        <a:pt x="1" y="8547"/>
                      </a:lnTo>
                      <a:lnTo>
                        <a:pt x="54" y="8547"/>
                      </a:lnTo>
                      <a:lnTo>
                        <a:pt x="54" y="8395"/>
                      </a:lnTo>
                      <a:close/>
                      <a:moveTo>
                        <a:pt x="1" y="8699"/>
                      </a:moveTo>
                      <a:lnTo>
                        <a:pt x="1" y="8850"/>
                      </a:lnTo>
                      <a:lnTo>
                        <a:pt x="54" y="8850"/>
                      </a:lnTo>
                      <a:lnTo>
                        <a:pt x="54" y="8699"/>
                      </a:lnTo>
                      <a:close/>
                      <a:moveTo>
                        <a:pt x="1" y="8993"/>
                      </a:moveTo>
                      <a:lnTo>
                        <a:pt x="1" y="9145"/>
                      </a:lnTo>
                      <a:lnTo>
                        <a:pt x="54" y="9145"/>
                      </a:lnTo>
                      <a:lnTo>
                        <a:pt x="54" y="8993"/>
                      </a:lnTo>
                      <a:close/>
                      <a:moveTo>
                        <a:pt x="1" y="9296"/>
                      </a:moveTo>
                      <a:lnTo>
                        <a:pt x="1" y="9448"/>
                      </a:lnTo>
                      <a:lnTo>
                        <a:pt x="54" y="9448"/>
                      </a:lnTo>
                      <a:lnTo>
                        <a:pt x="54" y="92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" name="Google Shape;413;p28"/>
                <p:cNvSpPr/>
                <p:nvPr/>
              </p:nvSpPr>
              <p:spPr>
                <a:xfrm>
                  <a:off x="8956969" y="1367467"/>
                  <a:ext cx="44204" cy="522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233" extrusionOk="0">
                      <a:moveTo>
                        <a:pt x="1" y="1"/>
                      </a:moveTo>
                      <a:lnTo>
                        <a:pt x="1" y="233"/>
                      </a:lnTo>
                      <a:lnTo>
                        <a:pt x="197" y="117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4" name="Google Shape;414;p28"/>
              <p:cNvGrpSpPr/>
              <p:nvPr/>
            </p:nvGrpSpPr>
            <p:grpSpPr>
              <a:xfrm>
                <a:off x="7501648" y="1978045"/>
                <a:ext cx="1383552" cy="826912"/>
                <a:chOff x="7501648" y="1978045"/>
                <a:chExt cx="1383552" cy="826912"/>
              </a:xfrm>
            </p:grpSpPr>
            <p:sp>
              <p:nvSpPr>
                <p:cNvPr id="415" name="Google Shape;415;p28"/>
                <p:cNvSpPr/>
                <p:nvPr/>
              </p:nvSpPr>
              <p:spPr>
                <a:xfrm>
                  <a:off x="7719969" y="2056134"/>
                  <a:ext cx="1165231" cy="748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3" h="3337" extrusionOk="0">
                      <a:moveTo>
                        <a:pt x="589" y="0"/>
                      </a:moveTo>
                      <a:lnTo>
                        <a:pt x="0" y="3337"/>
                      </a:lnTo>
                      <a:lnTo>
                        <a:pt x="4604" y="3337"/>
                      </a:lnTo>
                      <a:lnTo>
                        <a:pt x="519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" name="Google Shape;416;p28"/>
                <p:cNvSpPr/>
                <p:nvPr/>
              </p:nvSpPr>
              <p:spPr>
                <a:xfrm>
                  <a:off x="7852128" y="1978045"/>
                  <a:ext cx="386391" cy="78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2" h="349" extrusionOk="0">
                      <a:moveTo>
                        <a:pt x="63" y="0"/>
                      </a:moveTo>
                      <a:lnTo>
                        <a:pt x="0" y="348"/>
                      </a:lnTo>
                      <a:lnTo>
                        <a:pt x="1722" y="348"/>
                      </a:lnTo>
                      <a:lnTo>
                        <a:pt x="168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" name="Google Shape;417;p28"/>
                <p:cNvSpPr/>
                <p:nvPr/>
              </p:nvSpPr>
              <p:spPr>
                <a:xfrm>
                  <a:off x="7719969" y="2056134"/>
                  <a:ext cx="1165231" cy="748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3" h="3337" extrusionOk="0">
                      <a:moveTo>
                        <a:pt x="589" y="0"/>
                      </a:moveTo>
                      <a:lnTo>
                        <a:pt x="0" y="3337"/>
                      </a:lnTo>
                      <a:lnTo>
                        <a:pt x="4604" y="3337"/>
                      </a:lnTo>
                      <a:lnTo>
                        <a:pt x="5192" y="0"/>
                      </a:lnTo>
                      <a:close/>
                    </a:path>
                  </a:pathLst>
                </a:custGeom>
                <a:solidFill>
                  <a:srgbClr val="1A2E35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" name="Google Shape;418;p28"/>
                <p:cNvSpPr/>
                <p:nvPr/>
              </p:nvSpPr>
              <p:spPr>
                <a:xfrm>
                  <a:off x="7852128" y="1978045"/>
                  <a:ext cx="386391" cy="78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2" h="349" extrusionOk="0">
                      <a:moveTo>
                        <a:pt x="63" y="0"/>
                      </a:moveTo>
                      <a:lnTo>
                        <a:pt x="0" y="348"/>
                      </a:lnTo>
                      <a:lnTo>
                        <a:pt x="1722" y="348"/>
                      </a:lnTo>
                      <a:lnTo>
                        <a:pt x="1686" y="0"/>
                      </a:lnTo>
                      <a:close/>
                    </a:path>
                  </a:pathLst>
                </a:custGeom>
                <a:solidFill>
                  <a:srgbClr val="1A2E35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" name="Google Shape;419;p28"/>
                <p:cNvSpPr/>
                <p:nvPr/>
              </p:nvSpPr>
              <p:spPr>
                <a:xfrm>
                  <a:off x="7890048" y="2002055"/>
                  <a:ext cx="306510" cy="44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6" h="197" extrusionOk="0">
                      <a:moveTo>
                        <a:pt x="36" y="1"/>
                      </a:moveTo>
                      <a:lnTo>
                        <a:pt x="1" y="197"/>
                      </a:lnTo>
                      <a:lnTo>
                        <a:pt x="1330" y="197"/>
                      </a:lnTo>
                      <a:lnTo>
                        <a:pt x="136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" name="Google Shape;420;p28"/>
                <p:cNvSpPr/>
                <p:nvPr/>
              </p:nvSpPr>
              <p:spPr>
                <a:xfrm>
                  <a:off x="7739939" y="1980064"/>
                  <a:ext cx="997167" cy="795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4" h="3543" extrusionOk="0">
                      <a:moveTo>
                        <a:pt x="4283" y="0"/>
                      </a:moveTo>
                      <a:lnTo>
                        <a:pt x="1" y="215"/>
                      </a:lnTo>
                      <a:lnTo>
                        <a:pt x="170" y="3542"/>
                      </a:lnTo>
                      <a:lnTo>
                        <a:pt x="4443" y="3337"/>
                      </a:lnTo>
                      <a:lnTo>
                        <a:pt x="428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" name="Google Shape;421;p28"/>
                <p:cNvSpPr/>
                <p:nvPr/>
              </p:nvSpPr>
              <p:spPr>
                <a:xfrm>
                  <a:off x="7950182" y="2100115"/>
                  <a:ext cx="28273" cy="582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2597" extrusionOk="0">
                      <a:moveTo>
                        <a:pt x="0" y="1"/>
                      </a:moveTo>
                      <a:lnTo>
                        <a:pt x="54" y="1294"/>
                      </a:lnTo>
                      <a:lnTo>
                        <a:pt x="125" y="2597"/>
                      </a:lnTo>
                      <a:lnTo>
                        <a:pt x="63" y="129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" name="Google Shape;422;p28"/>
                <p:cNvSpPr/>
                <p:nvPr/>
              </p:nvSpPr>
              <p:spPr>
                <a:xfrm>
                  <a:off x="7974190" y="2098096"/>
                  <a:ext cx="28273" cy="584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2606" extrusionOk="0">
                      <a:moveTo>
                        <a:pt x="0" y="1"/>
                      </a:moveTo>
                      <a:lnTo>
                        <a:pt x="54" y="1303"/>
                      </a:lnTo>
                      <a:lnTo>
                        <a:pt x="125" y="2606"/>
                      </a:lnTo>
                      <a:lnTo>
                        <a:pt x="63" y="1303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" name="Google Shape;423;p28"/>
                <p:cNvSpPr/>
                <p:nvPr/>
              </p:nvSpPr>
              <p:spPr>
                <a:xfrm>
                  <a:off x="7998199" y="2096076"/>
                  <a:ext cx="28273" cy="584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2606" extrusionOk="0">
                      <a:moveTo>
                        <a:pt x="0" y="1"/>
                      </a:moveTo>
                      <a:lnTo>
                        <a:pt x="54" y="1303"/>
                      </a:lnTo>
                      <a:lnTo>
                        <a:pt x="125" y="2606"/>
                      </a:lnTo>
                      <a:lnTo>
                        <a:pt x="63" y="1303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" name="Google Shape;424;p28"/>
                <p:cNvSpPr/>
                <p:nvPr/>
              </p:nvSpPr>
              <p:spPr>
                <a:xfrm>
                  <a:off x="8020188" y="2096076"/>
                  <a:ext cx="30292" cy="582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" h="2597" extrusionOk="0">
                      <a:moveTo>
                        <a:pt x="1" y="1"/>
                      </a:moveTo>
                      <a:lnTo>
                        <a:pt x="63" y="1303"/>
                      </a:lnTo>
                      <a:lnTo>
                        <a:pt x="134" y="2597"/>
                      </a:lnTo>
                      <a:lnTo>
                        <a:pt x="72" y="130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" name="Google Shape;425;p28"/>
                <p:cNvSpPr/>
                <p:nvPr/>
              </p:nvSpPr>
              <p:spPr>
                <a:xfrm>
                  <a:off x="8044196" y="2094057"/>
                  <a:ext cx="28273" cy="584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2606" extrusionOk="0">
                      <a:moveTo>
                        <a:pt x="1" y="1"/>
                      </a:moveTo>
                      <a:lnTo>
                        <a:pt x="63" y="1303"/>
                      </a:lnTo>
                      <a:lnTo>
                        <a:pt x="125" y="2606"/>
                      </a:lnTo>
                      <a:lnTo>
                        <a:pt x="72" y="130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" name="Google Shape;426;p28"/>
                <p:cNvSpPr/>
                <p:nvPr/>
              </p:nvSpPr>
              <p:spPr>
                <a:xfrm>
                  <a:off x="8068205" y="2094057"/>
                  <a:ext cx="28273" cy="582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2597" extrusionOk="0">
                      <a:moveTo>
                        <a:pt x="1" y="1"/>
                      </a:moveTo>
                      <a:lnTo>
                        <a:pt x="63" y="1294"/>
                      </a:lnTo>
                      <a:lnTo>
                        <a:pt x="126" y="2597"/>
                      </a:lnTo>
                      <a:lnTo>
                        <a:pt x="72" y="129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28"/>
                <p:cNvSpPr/>
                <p:nvPr/>
              </p:nvSpPr>
              <p:spPr>
                <a:xfrm>
                  <a:off x="8092213" y="2092037"/>
                  <a:ext cx="28273" cy="584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2606" extrusionOk="0">
                      <a:moveTo>
                        <a:pt x="1" y="1"/>
                      </a:moveTo>
                      <a:lnTo>
                        <a:pt x="63" y="1303"/>
                      </a:lnTo>
                      <a:lnTo>
                        <a:pt x="126" y="2606"/>
                      </a:lnTo>
                      <a:lnTo>
                        <a:pt x="72" y="130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28"/>
                <p:cNvSpPr/>
                <p:nvPr/>
              </p:nvSpPr>
              <p:spPr>
                <a:xfrm>
                  <a:off x="8116222" y="2090242"/>
                  <a:ext cx="28273" cy="584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2605" extrusionOk="0">
                      <a:moveTo>
                        <a:pt x="126" y="2605"/>
                      </a:moveTo>
                      <a:lnTo>
                        <a:pt x="63" y="1303"/>
                      </a:lnTo>
                      <a:lnTo>
                        <a:pt x="1" y="0"/>
                      </a:lnTo>
                      <a:lnTo>
                        <a:pt x="63" y="130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9" name="Google Shape;429;p28"/>
                <p:cNvSpPr/>
                <p:nvPr/>
              </p:nvSpPr>
              <p:spPr>
                <a:xfrm>
                  <a:off x="8140230" y="2090242"/>
                  <a:ext cx="28273" cy="584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2605" extrusionOk="0">
                      <a:moveTo>
                        <a:pt x="126" y="2605"/>
                      </a:moveTo>
                      <a:lnTo>
                        <a:pt x="63" y="1303"/>
                      </a:lnTo>
                      <a:lnTo>
                        <a:pt x="1" y="0"/>
                      </a:lnTo>
                      <a:lnTo>
                        <a:pt x="63" y="130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28"/>
                <p:cNvSpPr/>
                <p:nvPr/>
              </p:nvSpPr>
              <p:spPr>
                <a:xfrm>
                  <a:off x="8164239" y="2088222"/>
                  <a:ext cx="28273" cy="584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2606" extrusionOk="0">
                      <a:moveTo>
                        <a:pt x="1" y="0"/>
                      </a:moveTo>
                      <a:lnTo>
                        <a:pt x="54" y="1303"/>
                      </a:lnTo>
                      <a:lnTo>
                        <a:pt x="126" y="2605"/>
                      </a:lnTo>
                      <a:lnTo>
                        <a:pt x="63" y="130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28"/>
                <p:cNvSpPr/>
                <p:nvPr/>
              </p:nvSpPr>
              <p:spPr>
                <a:xfrm>
                  <a:off x="8188247" y="2088222"/>
                  <a:ext cx="28273" cy="582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2597" extrusionOk="0">
                      <a:moveTo>
                        <a:pt x="1" y="0"/>
                      </a:moveTo>
                      <a:lnTo>
                        <a:pt x="54" y="1303"/>
                      </a:lnTo>
                      <a:lnTo>
                        <a:pt x="126" y="2596"/>
                      </a:lnTo>
                      <a:lnTo>
                        <a:pt x="63" y="129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28"/>
                <p:cNvSpPr/>
                <p:nvPr/>
              </p:nvSpPr>
              <p:spPr>
                <a:xfrm>
                  <a:off x="8212256" y="2086203"/>
                  <a:ext cx="28273" cy="584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2606" extrusionOk="0">
                      <a:moveTo>
                        <a:pt x="1" y="0"/>
                      </a:moveTo>
                      <a:lnTo>
                        <a:pt x="54" y="1303"/>
                      </a:lnTo>
                      <a:lnTo>
                        <a:pt x="126" y="2605"/>
                      </a:lnTo>
                      <a:lnTo>
                        <a:pt x="126" y="2605"/>
                      </a:lnTo>
                      <a:lnTo>
                        <a:pt x="63" y="130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28"/>
                <p:cNvSpPr/>
                <p:nvPr/>
              </p:nvSpPr>
              <p:spPr>
                <a:xfrm>
                  <a:off x="8234469" y="2086203"/>
                  <a:ext cx="30068" cy="582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2597" extrusionOk="0">
                      <a:moveTo>
                        <a:pt x="0" y="0"/>
                      </a:moveTo>
                      <a:lnTo>
                        <a:pt x="63" y="1294"/>
                      </a:lnTo>
                      <a:lnTo>
                        <a:pt x="134" y="2596"/>
                      </a:lnTo>
                      <a:lnTo>
                        <a:pt x="71" y="129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" name="Google Shape;434;p28"/>
                <p:cNvSpPr/>
                <p:nvPr/>
              </p:nvSpPr>
              <p:spPr>
                <a:xfrm>
                  <a:off x="8258478" y="2084183"/>
                  <a:ext cx="28048" cy="584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" h="2606" extrusionOk="0">
                      <a:moveTo>
                        <a:pt x="0" y="0"/>
                      </a:moveTo>
                      <a:lnTo>
                        <a:pt x="63" y="1303"/>
                      </a:lnTo>
                      <a:lnTo>
                        <a:pt x="125" y="2605"/>
                      </a:lnTo>
                      <a:lnTo>
                        <a:pt x="71" y="130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" name="Google Shape;435;p28"/>
                <p:cNvSpPr/>
                <p:nvPr/>
              </p:nvSpPr>
              <p:spPr>
                <a:xfrm>
                  <a:off x="8282487" y="2082164"/>
                  <a:ext cx="28273" cy="584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2606" extrusionOk="0">
                      <a:moveTo>
                        <a:pt x="0" y="0"/>
                      </a:moveTo>
                      <a:lnTo>
                        <a:pt x="63" y="1303"/>
                      </a:lnTo>
                      <a:lnTo>
                        <a:pt x="125" y="2605"/>
                      </a:lnTo>
                      <a:lnTo>
                        <a:pt x="72" y="130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" name="Google Shape;436;p28"/>
                <p:cNvSpPr/>
                <p:nvPr/>
              </p:nvSpPr>
              <p:spPr>
                <a:xfrm>
                  <a:off x="8234469" y="2558553"/>
                  <a:ext cx="102320" cy="50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" h="224" extrusionOk="0">
                      <a:moveTo>
                        <a:pt x="446" y="1"/>
                      </a:moveTo>
                      <a:lnTo>
                        <a:pt x="0" y="27"/>
                      </a:lnTo>
                      <a:lnTo>
                        <a:pt x="9" y="224"/>
                      </a:lnTo>
                      <a:lnTo>
                        <a:pt x="455" y="197"/>
                      </a:lnTo>
                      <a:lnTo>
                        <a:pt x="446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437;p28"/>
                <p:cNvSpPr/>
                <p:nvPr/>
              </p:nvSpPr>
              <p:spPr>
                <a:xfrm>
                  <a:off x="8176355" y="2476425"/>
                  <a:ext cx="156396" cy="522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" h="233" extrusionOk="0">
                      <a:moveTo>
                        <a:pt x="687" y="1"/>
                      </a:moveTo>
                      <a:lnTo>
                        <a:pt x="0" y="37"/>
                      </a:lnTo>
                      <a:lnTo>
                        <a:pt x="9" y="233"/>
                      </a:lnTo>
                      <a:lnTo>
                        <a:pt x="696" y="197"/>
                      </a:lnTo>
                      <a:lnTo>
                        <a:pt x="68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" name="Google Shape;438;p28"/>
                <p:cNvSpPr/>
                <p:nvPr/>
              </p:nvSpPr>
              <p:spPr>
                <a:xfrm>
                  <a:off x="8112183" y="2394521"/>
                  <a:ext cx="216532" cy="5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5" h="250" extrusionOk="0">
                      <a:moveTo>
                        <a:pt x="955" y="0"/>
                      </a:moveTo>
                      <a:lnTo>
                        <a:pt x="1" y="54"/>
                      </a:lnTo>
                      <a:lnTo>
                        <a:pt x="10" y="250"/>
                      </a:lnTo>
                      <a:lnTo>
                        <a:pt x="964" y="196"/>
                      </a:lnTo>
                      <a:lnTo>
                        <a:pt x="95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" name="Google Shape;439;p28"/>
                <p:cNvSpPr/>
                <p:nvPr/>
              </p:nvSpPr>
              <p:spPr>
                <a:xfrm>
                  <a:off x="8084136" y="2304314"/>
                  <a:ext cx="242560" cy="56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1" h="251" extrusionOk="0">
                      <a:moveTo>
                        <a:pt x="1072" y="1"/>
                      </a:moveTo>
                      <a:lnTo>
                        <a:pt x="1" y="54"/>
                      </a:lnTo>
                      <a:lnTo>
                        <a:pt x="19" y="250"/>
                      </a:lnTo>
                      <a:lnTo>
                        <a:pt x="1080" y="197"/>
                      </a:lnTo>
                      <a:lnTo>
                        <a:pt x="1072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" name="Google Shape;440;p28"/>
                <p:cNvSpPr/>
                <p:nvPr/>
              </p:nvSpPr>
              <p:spPr>
                <a:xfrm>
                  <a:off x="8034099" y="2230264"/>
                  <a:ext cx="286540" cy="58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7" h="260" extrusionOk="0">
                      <a:moveTo>
                        <a:pt x="1268" y="1"/>
                      </a:moveTo>
                      <a:lnTo>
                        <a:pt x="1" y="63"/>
                      </a:lnTo>
                      <a:lnTo>
                        <a:pt x="10" y="259"/>
                      </a:lnTo>
                      <a:lnTo>
                        <a:pt x="1277" y="197"/>
                      </a:lnTo>
                      <a:lnTo>
                        <a:pt x="126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" name="Google Shape;441;p28"/>
                <p:cNvSpPr/>
                <p:nvPr/>
              </p:nvSpPr>
              <p:spPr>
                <a:xfrm>
                  <a:off x="7984063" y="2148136"/>
                  <a:ext cx="332539" cy="60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269" extrusionOk="0">
                      <a:moveTo>
                        <a:pt x="1473" y="1"/>
                      </a:moveTo>
                      <a:lnTo>
                        <a:pt x="1" y="72"/>
                      </a:lnTo>
                      <a:lnTo>
                        <a:pt x="10" y="268"/>
                      </a:lnTo>
                      <a:lnTo>
                        <a:pt x="1482" y="197"/>
                      </a:lnTo>
                      <a:lnTo>
                        <a:pt x="147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" name="Google Shape;442;p28"/>
                <p:cNvSpPr/>
                <p:nvPr/>
              </p:nvSpPr>
              <p:spPr>
                <a:xfrm>
                  <a:off x="7960054" y="2082164"/>
                  <a:ext cx="380557" cy="58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6" h="2615" extrusionOk="0">
                      <a:moveTo>
                        <a:pt x="1562" y="0"/>
                      </a:moveTo>
                      <a:lnTo>
                        <a:pt x="1589" y="634"/>
                      </a:lnTo>
                      <a:lnTo>
                        <a:pt x="1616" y="1267"/>
                      </a:lnTo>
                      <a:lnTo>
                        <a:pt x="1642" y="1901"/>
                      </a:lnTo>
                      <a:lnTo>
                        <a:pt x="1668" y="2517"/>
                      </a:lnTo>
                      <a:lnTo>
                        <a:pt x="1668" y="2517"/>
                      </a:lnTo>
                      <a:cubicBezTo>
                        <a:pt x="1389" y="2534"/>
                        <a:pt x="1119" y="2543"/>
                        <a:pt x="839" y="2561"/>
                      </a:cubicBezTo>
                      <a:lnTo>
                        <a:pt x="420" y="2587"/>
                      </a:lnTo>
                      <a:lnTo>
                        <a:pt x="1" y="2614"/>
                      </a:lnTo>
                      <a:lnTo>
                        <a:pt x="1" y="2614"/>
                      </a:lnTo>
                      <a:lnTo>
                        <a:pt x="420" y="2596"/>
                      </a:lnTo>
                      <a:lnTo>
                        <a:pt x="839" y="2579"/>
                      </a:lnTo>
                      <a:cubicBezTo>
                        <a:pt x="1125" y="2570"/>
                        <a:pt x="1401" y="2552"/>
                        <a:pt x="1687" y="2543"/>
                      </a:cubicBezTo>
                      <a:lnTo>
                        <a:pt x="1696" y="2543"/>
                      </a:lnTo>
                      <a:lnTo>
                        <a:pt x="1696" y="2525"/>
                      </a:lnTo>
                      <a:lnTo>
                        <a:pt x="1669" y="1892"/>
                      </a:lnTo>
                      <a:lnTo>
                        <a:pt x="1633" y="1267"/>
                      </a:lnTo>
                      <a:lnTo>
                        <a:pt x="1598" y="634"/>
                      </a:lnTo>
                      <a:lnTo>
                        <a:pt x="1562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" name="Google Shape;443;p28"/>
                <p:cNvSpPr/>
                <p:nvPr/>
              </p:nvSpPr>
              <p:spPr>
                <a:xfrm>
                  <a:off x="8354512" y="2558553"/>
                  <a:ext cx="6283" cy="44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" h="197" extrusionOk="0">
                      <a:moveTo>
                        <a:pt x="0" y="1"/>
                      </a:moveTo>
                      <a:lnTo>
                        <a:pt x="9" y="197"/>
                      </a:lnTo>
                      <a:lnTo>
                        <a:pt x="27" y="197"/>
                      </a:lnTo>
                      <a:lnTo>
                        <a:pt x="1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28"/>
                <p:cNvSpPr/>
                <p:nvPr/>
              </p:nvSpPr>
              <p:spPr>
                <a:xfrm>
                  <a:off x="8352493" y="2468571"/>
                  <a:ext cx="6283" cy="44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" h="197" extrusionOk="0">
                      <a:moveTo>
                        <a:pt x="0" y="0"/>
                      </a:moveTo>
                      <a:lnTo>
                        <a:pt x="9" y="196"/>
                      </a:lnTo>
                      <a:lnTo>
                        <a:pt x="27" y="196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" name="Google Shape;445;p28"/>
                <p:cNvSpPr/>
                <p:nvPr/>
              </p:nvSpPr>
              <p:spPr>
                <a:xfrm>
                  <a:off x="8346435" y="2394521"/>
                  <a:ext cx="6283" cy="44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" h="197" extrusionOk="0">
                      <a:moveTo>
                        <a:pt x="1" y="0"/>
                      </a:moveTo>
                      <a:lnTo>
                        <a:pt x="10" y="196"/>
                      </a:lnTo>
                      <a:lnTo>
                        <a:pt x="27" y="196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" name="Google Shape;446;p28"/>
                <p:cNvSpPr/>
                <p:nvPr/>
              </p:nvSpPr>
              <p:spPr>
                <a:xfrm>
                  <a:off x="8342396" y="2312392"/>
                  <a:ext cx="6283" cy="44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" h="197" extrusionOk="0">
                      <a:moveTo>
                        <a:pt x="1" y="0"/>
                      </a:moveTo>
                      <a:lnTo>
                        <a:pt x="10" y="197"/>
                      </a:lnTo>
                      <a:lnTo>
                        <a:pt x="28" y="197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447;p28"/>
                <p:cNvSpPr/>
                <p:nvPr/>
              </p:nvSpPr>
              <p:spPr>
                <a:xfrm>
                  <a:off x="8338357" y="2230264"/>
                  <a:ext cx="6283" cy="44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" h="197" extrusionOk="0">
                      <a:moveTo>
                        <a:pt x="1" y="1"/>
                      </a:moveTo>
                      <a:lnTo>
                        <a:pt x="10" y="197"/>
                      </a:lnTo>
                      <a:lnTo>
                        <a:pt x="28" y="197"/>
                      </a:lnTo>
                      <a:lnTo>
                        <a:pt x="1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" name="Google Shape;448;p28"/>
                <p:cNvSpPr/>
                <p:nvPr/>
              </p:nvSpPr>
              <p:spPr>
                <a:xfrm>
                  <a:off x="8334542" y="2148136"/>
                  <a:ext cx="6058" cy="44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198" extrusionOk="0">
                      <a:moveTo>
                        <a:pt x="0" y="1"/>
                      </a:moveTo>
                      <a:lnTo>
                        <a:pt x="9" y="197"/>
                      </a:lnTo>
                      <a:lnTo>
                        <a:pt x="27" y="197"/>
                      </a:lnTo>
                      <a:lnTo>
                        <a:pt x="1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449;p28"/>
                <p:cNvSpPr/>
                <p:nvPr/>
              </p:nvSpPr>
              <p:spPr>
                <a:xfrm>
                  <a:off x="7994160" y="2178204"/>
                  <a:ext cx="254453" cy="4245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" h="1892" extrusionOk="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90" y="45"/>
                        <a:pt x="170" y="90"/>
                        <a:pt x="250" y="152"/>
                      </a:cubicBezTo>
                      <a:cubicBezTo>
                        <a:pt x="286" y="179"/>
                        <a:pt x="322" y="206"/>
                        <a:pt x="366" y="233"/>
                      </a:cubicBezTo>
                      <a:lnTo>
                        <a:pt x="420" y="286"/>
                      </a:lnTo>
                      <a:lnTo>
                        <a:pt x="447" y="304"/>
                      </a:lnTo>
                      <a:lnTo>
                        <a:pt x="473" y="331"/>
                      </a:lnTo>
                      <a:cubicBezTo>
                        <a:pt x="607" y="464"/>
                        <a:pt x="723" y="625"/>
                        <a:pt x="812" y="795"/>
                      </a:cubicBezTo>
                      <a:cubicBezTo>
                        <a:pt x="910" y="964"/>
                        <a:pt x="982" y="1142"/>
                        <a:pt x="1035" y="1321"/>
                      </a:cubicBezTo>
                      <a:cubicBezTo>
                        <a:pt x="1062" y="1419"/>
                        <a:pt x="1080" y="1508"/>
                        <a:pt x="1098" y="1606"/>
                      </a:cubicBezTo>
                      <a:cubicBezTo>
                        <a:pt x="1116" y="1705"/>
                        <a:pt x="1125" y="1794"/>
                        <a:pt x="1134" y="1892"/>
                      </a:cubicBezTo>
                      <a:cubicBezTo>
                        <a:pt x="1134" y="1696"/>
                        <a:pt x="1107" y="1508"/>
                        <a:pt x="1053" y="1321"/>
                      </a:cubicBezTo>
                      <a:cubicBezTo>
                        <a:pt x="1009" y="1134"/>
                        <a:pt x="928" y="946"/>
                        <a:pt x="839" y="777"/>
                      </a:cubicBezTo>
                      <a:cubicBezTo>
                        <a:pt x="795" y="696"/>
                        <a:pt x="741" y="616"/>
                        <a:pt x="679" y="536"/>
                      </a:cubicBezTo>
                      <a:cubicBezTo>
                        <a:pt x="625" y="456"/>
                        <a:pt x="554" y="384"/>
                        <a:pt x="482" y="322"/>
                      </a:cubicBezTo>
                      <a:cubicBezTo>
                        <a:pt x="340" y="188"/>
                        <a:pt x="179" y="81"/>
                        <a:pt x="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" name="Google Shape;450;p28"/>
                <p:cNvSpPr/>
                <p:nvPr/>
              </p:nvSpPr>
              <p:spPr>
                <a:xfrm>
                  <a:off x="7988102" y="2164292"/>
                  <a:ext cx="38370" cy="462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206" extrusionOk="0">
                      <a:moveTo>
                        <a:pt x="161" y="0"/>
                      </a:moveTo>
                      <a:lnTo>
                        <a:pt x="1" y="45"/>
                      </a:lnTo>
                      <a:lnTo>
                        <a:pt x="63" y="205"/>
                      </a:lnTo>
                      <a:lnTo>
                        <a:pt x="90" y="196"/>
                      </a:lnTo>
                      <a:lnTo>
                        <a:pt x="36" y="63"/>
                      </a:lnTo>
                      <a:lnTo>
                        <a:pt x="170" y="27"/>
                      </a:lnTo>
                      <a:lnTo>
                        <a:pt x="1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" name="Google Shape;451;p28"/>
                <p:cNvSpPr/>
                <p:nvPr/>
              </p:nvSpPr>
              <p:spPr>
                <a:xfrm>
                  <a:off x="8458624" y="2060173"/>
                  <a:ext cx="54301" cy="610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2722" extrusionOk="0">
                      <a:moveTo>
                        <a:pt x="107" y="0"/>
                      </a:moveTo>
                      <a:lnTo>
                        <a:pt x="0" y="9"/>
                      </a:lnTo>
                      <a:lnTo>
                        <a:pt x="134" y="2721"/>
                      </a:lnTo>
                      <a:lnTo>
                        <a:pt x="241" y="2721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" name="Google Shape;452;p28"/>
                <p:cNvSpPr/>
                <p:nvPr/>
              </p:nvSpPr>
              <p:spPr>
                <a:xfrm>
                  <a:off x="8534688" y="2324285"/>
                  <a:ext cx="40165" cy="344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536" extrusionOk="0">
                      <a:moveTo>
                        <a:pt x="0" y="1"/>
                      </a:moveTo>
                      <a:lnTo>
                        <a:pt x="72" y="1535"/>
                      </a:lnTo>
                      <a:lnTo>
                        <a:pt x="179" y="1526"/>
                      </a:lnTo>
                      <a:lnTo>
                        <a:pt x="10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" name="Google Shape;453;p28"/>
                <p:cNvSpPr/>
                <p:nvPr/>
              </p:nvSpPr>
              <p:spPr>
                <a:xfrm>
                  <a:off x="7855942" y="2224205"/>
                  <a:ext cx="42409" cy="342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" h="1527" extrusionOk="0">
                      <a:moveTo>
                        <a:pt x="1" y="1"/>
                      </a:moveTo>
                      <a:lnTo>
                        <a:pt x="81" y="1526"/>
                      </a:lnTo>
                      <a:lnTo>
                        <a:pt x="188" y="1526"/>
                      </a:lnTo>
                      <a:lnTo>
                        <a:pt x="11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" name="Google Shape;454;p28"/>
                <p:cNvSpPr/>
                <p:nvPr/>
              </p:nvSpPr>
              <p:spPr>
                <a:xfrm>
                  <a:off x="7521842" y="2118067"/>
                  <a:ext cx="1233220" cy="686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6" h="3061" extrusionOk="0">
                      <a:moveTo>
                        <a:pt x="0" y="1"/>
                      </a:moveTo>
                      <a:lnTo>
                        <a:pt x="892" y="3061"/>
                      </a:lnTo>
                      <a:lnTo>
                        <a:pt x="5496" y="3061"/>
                      </a:lnTo>
                      <a:lnTo>
                        <a:pt x="460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" name="Google Shape;455;p28"/>
                <p:cNvSpPr/>
                <p:nvPr/>
              </p:nvSpPr>
              <p:spPr>
                <a:xfrm>
                  <a:off x="7501648" y="2046036"/>
                  <a:ext cx="406586" cy="722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2" h="322" extrusionOk="0">
                      <a:moveTo>
                        <a:pt x="1" y="1"/>
                      </a:moveTo>
                      <a:lnTo>
                        <a:pt x="90" y="322"/>
                      </a:lnTo>
                      <a:lnTo>
                        <a:pt x="1812" y="322"/>
                      </a:lnTo>
                      <a:lnTo>
                        <a:pt x="16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56" name="Google Shape;456;p28"/>
            <p:cNvGrpSpPr/>
            <p:nvPr/>
          </p:nvGrpSpPr>
          <p:grpSpPr>
            <a:xfrm>
              <a:off x="4299017" y="2970995"/>
              <a:ext cx="2170006" cy="1638928"/>
              <a:chOff x="5256527" y="3394857"/>
              <a:chExt cx="1788516" cy="1350802"/>
            </a:xfrm>
          </p:grpSpPr>
          <p:grpSp>
            <p:nvGrpSpPr>
              <p:cNvPr id="457" name="Google Shape;457;p28"/>
              <p:cNvGrpSpPr/>
              <p:nvPr/>
            </p:nvGrpSpPr>
            <p:grpSpPr>
              <a:xfrm>
                <a:off x="5256527" y="3394857"/>
                <a:ext cx="936665" cy="767336"/>
                <a:chOff x="5256527" y="3394857"/>
                <a:chExt cx="936665" cy="767336"/>
              </a:xfrm>
            </p:grpSpPr>
            <p:sp>
              <p:nvSpPr>
                <p:cNvPr id="458" name="Google Shape;458;p28"/>
                <p:cNvSpPr/>
                <p:nvPr/>
              </p:nvSpPr>
              <p:spPr>
                <a:xfrm>
                  <a:off x="5256527" y="3394857"/>
                  <a:ext cx="936665" cy="767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2" h="5818" extrusionOk="0">
                      <a:moveTo>
                        <a:pt x="27" y="1"/>
                      </a:moveTo>
                      <a:lnTo>
                        <a:pt x="0" y="5817"/>
                      </a:lnTo>
                      <a:lnTo>
                        <a:pt x="7101" y="5817"/>
                      </a:lnTo>
                      <a:lnTo>
                        <a:pt x="707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" name="Google Shape;459;p28"/>
                <p:cNvSpPr/>
                <p:nvPr/>
              </p:nvSpPr>
              <p:spPr>
                <a:xfrm>
                  <a:off x="5260088" y="3394857"/>
                  <a:ext cx="929543" cy="67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8" h="510" extrusionOk="0">
                      <a:moveTo>
                        <a:pt x="0" y="1"/>
                      </a:moveTo>
                      <a:lnTo>
                        <a:pt x="0" y="509"/>
                      </a:lnTo>
                      <a:lnTo>
                        <a:pt x="7048" y="509"/>
                      </a:lnTo>
                      <a:lnTo>
                        <a:pt x="704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" name="Google Shape;460;p28"/>
                <p:cNvSpPr/>
                <p:nvPr/>
              </p:nvSpPr>
              <p:spPr>
                <a:xfrm>
                  <a:off x="5289499" y="3411343"/>
                  <a:ext cx="34159" cy="34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260" extrusionOk="0">
                      <a:moveTo>
                        <a:pt x="125" y="1"/>
                      </a:moveTo>
                      <a:cubicBezTo>
                        <a:pt x="54" y="1"/>
                        <a:pt x="0" y="63"/>
                        <a:pt x="0" y="134"/>
                      </a:cubicBezTo>
                      <a:cubicBezTo>
                        <a:pt x="0" y="206"/>
                        <a:pt x="54" y="259"/>
                        <a:pt x="125" y="259"/>
                      </a:cubicBezTo>
                      <a:cubicBezTo>
                        <a:pt x="196" y="259"/>
                        <a:pt x="259" y="206"/>
                        <a:pt x="259" y="134"/>
                      </a:cubicBezTo>
                      <a:cubicBezTo>
                        <a:pt x="259" y="63"/>
                        <a:pt x="196" y="1"/>
                        <a:pt x="1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" name="Google Shape;461;p28"/>
                <p:cNvSpPr/>
                <p:nvPr/>
              </p:nvSpPr>
              <p:spPr>
                <a:xfrm>
                  <a:off x="5357684" y="3411343"/>
                  <a:ext cx="34291" cy="34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" h="260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4"/>
                      </a:cubicBezTo>
                      <a:cubicBezTo>
                        <a:pt x="0" y="206"/>
                        <a:pt x="63" y="259"/>
                        <a:pt x="134" y="259"/>
                      </a:cubicBezTo>
                      <a:cubicBezTo>
                        <a:pt x="206" y="259"/>
                        <a:pt x="259" y="206"/>
                        <a:pt x="259" y="134"/>
                      </a:cubicBezTo>
                      <a:cubicBezTo>
                        <a:pt x="259" y="63"/>
                        <a:pt x="206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" name="Google Shape;462;p28"/>
                <p:cNvSpPr/>
                <p:nvPr/>
              </p:nvSpPr>
              <p:spPr>
                <a:xfrm>
                  <a:off x="5427055" y="3411343"/>
                  <a:ext cx="34291" cy="34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" h="260" extrusionOk="0">
                      <a:moveTo>
                        <a:pt x="135" y="1"/>
                      </a:moveTo>
                      <a:cubicBezTo>
                        <a:pt x="63" y="1"/>
                        <a:pt x="1" y="63"/>
                        <a:pt x="1" y="134"/>
                      </a:cubicBezTo>
                      <a:cubicBezTo>
                        <a:pt x="1" y="206"/>
                        <a:pt x="63" y="259"/>
                        <a:pt x="135" y="259"/>
                      </a:cubicBezTo>
                      <a:cubicBezTo>
                        <a:pt x="206" y="259"/>
                        <a:pt x="260" y="206"/>
                        <a:pt x="260" y="134"/>
                      </a:cubicBezTo>
                      <a:cubicBezTo>
                        <a:pt x="260" y="63"/>
                        <a:pt x="206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" name="Google Shape;463;p28"/>
                <p:cNvSpPr/>
                <p:nvPr/>
              </p:nvSpPr>
              <p:spPr>
                <a:xfrm>
                  <a:off x="5331834" y="3596116"/>
                  <a:ext cx="36533" cy="13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277" y="98"/>
                      </a:lnTo>
                      <a:lnTo>
                        <a:pt x="27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" name="Google Shape;464;p28"/>
                <p:cNvSpPr/>
                <p:nvPr/>
              </p:nvSpPr>
              <p:spPr>
                <a:xfrm>
                  <a:off x="5984798" y="3771393"/>
                  <a:ext cx="68318" cy="13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518" y="98"/>
                      </a:lnTo>
                      <a:lnTo>
                        <a:pt x="51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" name="Google Shape;465;p28"/>
                <p:cNvSpPr/>
                <p:nvPr/>
              </p:nvSpPr>
              <p:spPr>
                <a:xfrm>
                  <a:off x="5368234" y="3630143"/>
                  <a:ext cx="35478" cy="14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108" extrusionOk="0">
                      <a:moveTo>
                        <a:pt x="1" y="1"/>
                      </a:moveTo>
                      <a:lnTo>
                        <a:pt x="1" y="108"/>
                      </a:lnTo>
                      <a:lnTo>
                        <a:pt x="268" y="108"/>
                      </a:lnTo>
                      <a:lnTo>
                        <a:pt x="268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" name="Google Shape;466;p28"/>
                <p:cNvSpPr/>
                <p:nvPr/>
              </p:nvSpPr>
              <p:spPr>
                <a:xfrm>
                  <a:off x="5904744" y="3630143"/>
                  <a:ext cx="187280" cy="14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" h="108" extrusionOk="0">
                      <a:moveTo>
                        <a:pt x="1" y="1"/>
                      </a:moveTo>
                      <a:lnTo>
                        <a:pt x="1" y="108"/>
                      </a:lnTo>
                      <a:lnTo>
                        <a:pt x="1419" y="108"/>
                      </a:lnTo>
                      <a:lnTo>
                        <a:pt x="141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" name="Google Shape;467;p28"/>
                <p:cNvSpPr/>
                <p:nvPr/>
              </p:nvSpPr>
              <p:spPr>
                <a:xfrm>
                  <a:off x="5716544" y="3630143"/>
                  <a:ext cx="173036" cy="14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2" h="108" extrusionOk="0">
                      <a:moveTo>
                        <a:pt x="0" y="1"/>
                      </a:moveTo>
                      <a:lnTo>
                        <a:pt x="0" y="108"/>
                      </a:lnTo>
                      <a:lnTo>
                        <a:pt x="1312" y="108"/>
                      </a:lnTo>
                      <a:lnTo>
                        <a:pt x="131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" name="Google Shape;468;p28"/>
                <p:cNvSpPr/>
                <p:nvPr/>
              </p:nvSpPr>
              <p:spPr>
                <a:xfrm>
                  <a:off x="5934154" y="3665488"/>
                  <a:ext cx="116589" cy="14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" h="108" extrusionOk="0">
                      <a:moveTo>
                        <a:pt x="1" y="0"/>
                      </a:moveTo>
                      <a:lnTo>
                        <a:pt x="1" y="108"/>
                      </a:lnTo>
                      <a:lnTo>
                        <a:pt x="884" y="108"/>
                      </a:lnTo>
                      <a:lnTo>
                        <a:pt x="88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" name="Google Shape;469;p28"/>
                <p:cNvSpPr/>
                <p:nvPr/>
              </p:nvSpPr>
              <p:spPr>
                <a:xfrm>
                  <a:off x="5368234" y="3665488"/>
                  <a:ext cx="35478" cy="14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108" extrusionOk="0">
                      <a:moveTo>
                        <a:pt x="1" y="0"/>
                      </a:moveTo>
                      <a:lnTo>
                        <a:pt x="1" y="108"/>
                      </a:lnTo>
                      <a:lnTo>
                        <a:pt x="268" y="108"/>
                      </a:lnTo>
                      <a:lnTo>
                        <a:pt x="26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" name="Google Shape;470;p28"/>
                <p:cNvSpPr/>
                <p:nvPr/>
              </p:nvSpPr>
              <p:spPr>
                <a:xfrm>
                  <a:off x="5394216" y="3700834"/>
                  <a:ext cx="212998" cy="13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5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1615" y="98"/>
                      </a:lnTo>
                      <a:lnTo>
                        <a:pt x="1615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" name="Google Shape;471;p28"/>
                <p:cNvSpPr/>
                <p:nvPr/>
              </p:nvSpPr>
              <p:spPr>
                <a:xfrm>
                  <a:off x="5429429" y="3806607"/>
                  <a:ext cx="211943" cy="13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7" h="100" extrusionOk="0">
                      <a:moveTo>
                        <a:pt x="1" y="1"/>
                      </a:moveTo>
                      <a:lnTo>
                        <a:pt x="1" y="99"/>
                      </a:lnTo>
                      <a:lnTo>
                        <a:pt x="1606" y="99"/>
                      </a:lnTo>
                      <a:lnTo>
                        <a:pt x="160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" name="Google Shape;472;p28"/>
                <p:cNvSpPr/>
                <p:nvPr/>
              </p:nvSpPr>
              <p:spPr>
                <a:xfrm>
                  <a:off x="5507110" y="3841952"/>
                  <a:ext cx="100103" cy="13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759" y="99"/>
                      </a:lnTo>
                      <a:lnTo>
                        <a:pt x="75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" name="Google Shape;473;p28"/>
                <p:cNvSpPr/>
                <p:nvPr/>
              </p:nvSpPr>
              <p:spPr>
                <a:xfrm>
                  <a:off x="5667087" y="3736047"/>
                  <a:ext cx="229616" cy="13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1" h="99" extrusionOk="0">
                      <a:moveTo>
                        <a:pt x="1" y="1"/>
                      </a:moveTo>
                      <a:lnTo>
                        <a:pt x="1" y="99"/>
                      </a:lnTo>
                      <a:lnTo>
                        <a:pt x="1740" y="99"/>
                      </a:lnTo>
                      <a:lnTo>
                        <a:pt x="174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4" name="Google Shape;474;p28"/>
                <p:cNvSpPr/>
                <p:nvPr/>
              </p:nvSpPr>
              <p:spPr>
                <a:xfrm>
                  <a:off x="5911866" y="3736047"/>
                  <a:ext cx="145999" cy="13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1106" y="99"/>
                      </a:lnTo>
                      <a:lnTo>
                        <a:pt x="110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5" name="Google Shape;475;p28"/>
                <p:cNvSpPr/>
                <p:nvPr/>
              </p:nvSpPr>
              <p:spPr>
                <a:xfrm>
                  <a:off x="5331834" y="3736047"/>
                  <a:ext cx="36533" cy="13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277" y="99"/>
                      </a:lnTo>
                      <a:lnTo>
                        <a:pt x="27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6" name="Google Shape;476;p28"/>
                <p:cNvSpPr/>
                <p:nvPr/>
              </p:nvSpPr>
              <p:spPr>
                <a:xfrm>
                  <a:off x="5331834" y="3771393"/>
                  <a:ext cx="36533" cy="13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277" y="98"/>
                      </a:lnTo>
                      <a:lnTo>
                        <a:pt x="27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7" name="Google Shape;477;p28"/>
                <p:cNvSpPr/>
                <p:nvPr/>
              </p:nvSpPr>
              <p:spPr>
                <a:xfrm>
                  <a:off x="5368234" y="3841952"/>
                  <a:ext cx="35478" cy="13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99" extrusionOk="0">
                      <a:moveTo>
                        <a:pt x="1" y="1"/>
                      </a:moveTo>
                      <a:lnTo>
                        <a:pt x="1" y="99"/>
                      </a:lnTo>
                      <a:lnTo>
                        <a:pt x="268" y="99"/>
                      </a:lnTo>
                      <a:lnTo>
                        <a:pt x="268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8" name="Google Shape;478;p28"/>
                <p:cNvSpPr/>
                <p:nvPr/>
              </p:nvSpPr>
              <p:spPr>
                <a:xfrm>
                  <a:off x="5331834" y="3871363"/>
                  <a:ext cx="36533" cy="13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277" y="99"/>
                      </a:lnTo>
                      <a:lnTo>
                        <a:pt x="27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479;p28"/>
                <p:cNvSpPr/>
                <p:nvPr/>
              </p:nvSpPr>
              <p:spPr>
                <a:xfrm>
                  <a:off x="5394216" y="3871363"/>
                  <a:ext cx="251905" cy="13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0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1909" y="99"/>
                      </a:lnTo>
                      <a:lnTo>
                        <a:pt x="190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0" name="Google Shape;480;p28"/>
                <p:cNvSpPr/>
                <p:nvPr/>
              </p:nvSpPr>
              <p:spPr>
                <a:xfrm>
                  <a:off x="5368234" y="3906709"/>
                  <a:ext cx="35478" cy="13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99" extrusionOk="0">
                      <a:moveTo>
                        <a:pt x="1" y="0"/>
                      </a:moveTo>
                      <a:lnTo>
                        <a:pt x="1" y="98"/>
                      </a:lnTo>
                      <a:lnTo>
                        <a:pt x="268" y="98"/>
                      </a:lnTo>
                      <a:lnTo>
                        <a:pt x="26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28"/>
                <p:cNvSpPr/>
                <p:nvPr/>
              </p:nvSpPr>
              <p:spPr>
                <a:xfrm>
                  <a:off x="5716544" y="3906709"/>
                  <a:ext cx="173036" cy="13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2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1312" y="98"/>
                      </a:lnTo>
                      <a:lnTo>
                        <a:pt x="1312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2" name="Google Shape;482;p28"/>
                <p:cNvSpPr/>
                <p:nvPr/>
              </p:nvSpPr>
              <p:spPr>
                <a:xfrm>
                  <a:off x="5368234" y="3941922"/>
                  <a:ext cx="35478" cy="13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100" extrusionOk="0">
                      <a:moveTo>
                        <a:pt x="1" y="1"/>
                      </a:moveTo>
                      <a:lnTo>
                        <a:pt x="1" y="99"/>
                      </a:lnTo>
                      <a:lnTo>
                        <a:pt x="268" y="99"/>
                      </a:lnTo>
                      <a:lnTo>
                        <a:pt x="268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83" name="Google Shape;483;p28"/>
                <p:cNvGrpSpPr/>
                <p:nvPr/>
              </p:nvGrpSpPr>
              <p:grpSpPr>
                <a:xfrm>
                  <a:off x="5331834" y="3596116"/>
                  <a:ext cx="697807" cy="428380"/>
                  <a:chOff x="5331834" y="3596116"/>
                  <a:chExt cx="697807" cy="428380"/>
                </a:xfrm>
              </p:grpSpPr>
              <p:sp>
                <p:nvSpPr>
                  <p:cNvPr id="484" name="Google Shape;484;p28"/>
                  <p:cNvSpPr/>
                  <p:nvPr/>
                </p:nvSpPr>
                <p:spPr>
                  <a:xfrm>
                    <a:off x="5911866" y="3596116"/>
                    <a:ext cx="117776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" h="99" extrusionOk="0">
                        <a:moveTo>
                          <a:pt x="0" y="0"/>
                        </a:moveTo>
                        <a:lnTo>
                          <a:pt x="0" y="98"/>
                        </a:lnTo>
                        <a:lnTo>
                          <a:pt x="892" y="98"/>
                        </a:lnTo>
                        <a:lnTo>
                          <a:pt x="89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" name="Google Shape;485;p28"/>
                  <p:cNvSpPr/>
                  <p:nvPr/>
                </p:nvSpPr>
                <p:spPr>
                  <a:xfrm>
                    <a:off x="5429429" y="3630143"/>
                    <a:ext cx="270765" cy="14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3" h="108" extrusionOk="0">
                        <a:moveTo>
                          <a:pt x="1" y="1"/>
                        </a:moveTo>
                        <a:lnTo>
                          <a:pt x="1" y="108"/>
                        </a:lnTo>
                        <a:lnTo>
                          <a:pt x="2052" y="108"/>
                        </a:lnTo>
                        <a:lnTo>
                          <a:pt x="205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" name="Google Shape;486;p28"/>
                  <p:cNvSpPr/>
                  <p:nvPr/>
                </p:nvSpPr>
                <p:spPr>
                  <a:xfrm>
                    <a:off x="5810710" y="3771393"/>
                    <a:ext cx="157737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6" h="99" extrusionOk="0">
                        <a:moveTo>
                          <a:pt x="0" y="0"/>
                        </a:moveTo>
                        <a:lnTo>
                          <a:pt x="0" y="98"/>
                        </a:lnTo>
                        <a:lnTo>
                          <a:pt x="1195" y="98"/>
                        </a:lnTo>
                        <a:lnTo>
                          <a:pt x="1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" name="Google Shape;487;p28"/>
                  <p:cNvSpPr/>
                  <p:nvPr/>
                </p:nvSpPr>
                <p:spPr>
                  <a:xfrm>
                    <a:off x="5394216" y="3736047"/>
                    <a:ext cx="258895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3" h="99" extrusionOk="0">
                        <a:moveTo>
                          <a:pt x="0" y="1"/>
                        </a:moveTo>
                        <a:lnTo>
                          <a:pt x="0" y="99"/>
                        </a:lnTo>
                        <a:lnTo>
                          <a:pt x="1963" y="99"/>
                        </a:lnTo>
                        <a:lnTo>
                          <a:pt x="1963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" name="Google Shape;488;p28"/>
                  <p:cNvSpPr/>
                  <p:nvPr/>
                </p:nvSpPr>
                <p:spPr>
                  <a:xfrm>
                    <a:off x="5874147" y="3700834"/>
                    <a:ext cx="69637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8" h="99" extrusionOk="0">
                        <a:moveTo>
                          <a:pt x="1" y="0"/>
                        </a:moveTo>
                        <a:lnTo>
                          <a:pt x="1" y="98"/>
                        </a:lnTo>
                        <a:lnTo>
                          <a:pt x="527" y="98"/>
                        </a:lnTo>
                        <a:lnTo>
                          <a:pt x="52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9" name="Google Shape;489;p28"/>
                  <p:cNvSpPr/>
                  <p:nvPr/>
                </p:nvSpPr>
                <p:spPr>
                  <a:xfrm>
                    <a:off x="5630686" y="3665488"/>
                    <a:ext cx="289493" cy="14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5" h="108" extrusionOk="0">
                        <a:moveTo>
                          <a:pt x="0" y="0"/>
                        </a:moveTo>
                        <a:lnTo>
                          <a:pt x="0" y="108"/>
                        </a:lnTo>
                        <a:lnTo>
                          <a:pt x="2195" y="108"/>
                        </a:lnTo>
                        <a:lnTo>
                          <a:pt x="2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0" name="Google Shape;490;p28"/>
                  <p:cNvSpPr/>
                  <p:nvPr/>
                </p:nvSpPr>
                <p:spPr>
                  <a:xfrm>
                    <a:off x="5331834" y="3700834"/>
                    <a:ext cx="36533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99" extrusionOk="0">
                        <a:moveTo>
                          <a:pt x="0" y="0"/>
                        </a:moveTo>
                        <a:lnTo>
                          <a:pt x="0" y="98"/>
                        </a:lnTo>
                        <a:lnTo>
                          <a:pt x="277" y="98"/>
                        </a:lnTo>
                        <a:lnTo>
                          <a:pt x="2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1" name="Google Shape;491;p28"/>
                  <p:cNvSpPr/>
                  <p:nvPr/>
                </p:nvSpPr>
                <p:spPr>
                  <a:xfrm>
                    <a:off x="5826008" y="3841965"/>
                    <a:ext cx="161298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3" h="99" extrusionOk="0">
                        <a:moveTo>
                          <a:pt x="0" y="1"/>
                        </a:moveTo>
                        <a:lnTo>
                          <a:pt x="0" y="99"/>
                        </a:lnTo>
                        <a:lnTo>
                          <a:pt x="1222" y="99"/>
                        </a:lnTo>
                        <a:lnTo>
                          <a:pt x="122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2" name="Google Shape;492;p28"/>
                  <p:cNvSpPr/>
                  <p:nvPr/>
                </p:nvSpPr>
                <p:spPr>
                  <a:xfrm>
                    <a:off x="5429429" y="3841952"/>
                    <a:ext cx="61328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99" extrusionOk="0">
                        <a:moveTo>
                          <a:pt x="1" y="1"/>
                        </a:moveTo>
                        <a:lnTo>
                          <a:pt x="1" y="99"/>
                        </a:lnTo>
                        <a:lnTo>
                          <a:pt x="465" y="99"/>
                        </a:lnTo>
                        <a:lnTo>
                          <a:pt x="465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" name="Google Shape;493;p28"/>
                  <p:cNvSpPr/>
                  <p:nvPr/>
                </p:nvSpPr>
                <p:spPr>
                  <a:xfrm>
                    <a:off x="5368234" y="3806607"/>
                    <a:ext cx="35478" cy="131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9" h="100" extrusionOk="0">
                        <a:moveTo>
                          <a:pt x="1" y="1"/>
                        </a:moveTo>
                        <a:lnTo>
                          <a:pt x="1" y="99"/>
                        </a:lnTo>
                        <a:lnTo>
                          <a:pt x="268" y="99"/>
                        </a:lnTo>
                        <a:lnTo>
                          <a:pt x="26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4" name="Google Shape;494;p28"/>
                  <p:cNvSpPr/>
                  <p:nvPr/>
                </p:nvSpPr>
                <p:spPr>
                  <a:xfrm>
                    <a:off x="5429429" y="3906721"/>
                    <a:ext cx="270765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3" h="99" extrusionOk="0">
                        <a:moveTo>
                          <a:pt x="1" y="0"/>
                        </a:moveTo>
                        <a:lnTo>
                          <a:pt x="1" y="98"/>
                        </a:lnTo>
                        <a:lnTo>
                          <a:pt x="2052" y="98"/>
                        </a:lnTo>
                        <a:lnTo>
                          <a:pt x="205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5" name="Google Shape;495;p28"/>
                  <p:cNvSpPr/>
                  <p:nvPr/>
                </p:nvSpPr>
                <p:spPr>
                  <a:xfrm>
                    <a:off x="5394216" y="4011439"/>
                    <a:ext cx="258895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3" h="99" extrusionOk="0">
                        <a:moveTo>
                          <a:pt x="0" y="0"/>
                        </a:moveTo>
                        <a:lnTo>
                          <a:pt x="0" y="98"/>
                        </a:lnTo>
                        <a:lnTo>
                          <a:pt x="1963" y="98"/>
                        </a:lnTo>
                        <a:lnTo>
                          <a:pt x="1963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6" name="Google Shape;496;p28"/>
                  <p:cNvSpPr/>
                  <p:nvPr/>
                </p:nvSpPr>
                <p:spPr>
                  <a:xfrm>
                    <a:off x="5630686" y="3941935"/>
                    <a:ext cx="289493" cy="131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5" h="100" extrusionOk="0">
                        <a:moveTo>
                          <a:pt x="0" y="1"/>
                        </a:moveTo>
                        <a:lnTo>
                          <a:pt x="0" y="99"/>
                        </a:lnTo>
                        <a:lnTo>
                          <a:pt x="2195" y="99"/>
                        </a:lnTo>
                        <a:lnTo>
                          <a:pt x="2195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7" name="Google Shape;497;p28"/>
                  <p:cNvSpPr/>
                  <p:nvPr/>
                </p:nvSpPr>
                <p:spPr>
                  <a:xfrm>
                    <a:off x="5331834" y="3976093"/>
                    <a:ext cx="36533" cy="14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108" extrusionOk="0">
                        <a:moveTo>
                          <a:pt x="0" y="1"/>
                        </a:moveTo>
                        <a:lnTo>
                          <a:pt x="0" y="108"/>
                        </a:lnTo>
                        <a:lnTo>
                          <a:pt x="277" y="108"/>
                        </a:lnTo>
                        <a:lnTo>
                          <a:pt x="2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98" name="Google Shape;498;p28"/>
                <p:cNvSpPr/>
                <p:nvPr/>
              </p:nvSpPr>
              <p:spPr>
                <a:xfrm>
                  <a:off x="5394216" y="3976081"/>
                  <a:ext cx="212998" cy="14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5" h="108" extrusionOk="0">
                      <a:moveTo>
                        <a:pt x="0" y="1"/>
                      </a:moveTo>
                      <a:lnTo>
                        <a:pt x="0" y="108"/>
                      </a:lnTo>
                      <a:lnTo>
                        <a:pt x="1615" y="108"/>
                      </a:lnTo>
                      <a:lnTo>
                        <a:pt x="161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9" name="Google Shape;499;p28"/>
                <p:cNvSpPr/>
                <p:nvPr/>
              </p:nvSpPr>
              <p:spPr>
                <a:xfrm>
                  <a:off x="5667087" y="4011426"/>
                  <a:ext cx="229616" cy="13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1" h="99" extrusionOk="0">
                      <a:moveTo>
                        <a:pt x="1" y="0"/>
                      </a:moveTo>
                      <a:lnTo>
                        <a:pt x="1" y="98"/>
                      </a:lnTo>
                      <a:lnTo>
                        <a:pt x="1740" y="98"/>
                      </a:lnTo>
                      <a:lnTo>
                        <a:pt x="174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00" name="Google Shape;500;p28"/>
                <p:cNvGrpSpPr/>
                <p:nvPr/>
              </p:nvGrpSpPr>
              <p:grpSpPr>
                <a:xfrm>
                  <a:off x="5394216" y="3596116"/>
                  <a:ext cx="697808" cy="463581"/>
                  <a:chOff x="5394216" y="3596116"/>
                  <a:chExt cx="697808" cy="463581"/>
                </a:xfrm>
              </p:grpSpPr>
              <p:sp>
                <p:nvSpPr>
                  <p:cNvPr id="501" name="Google Shape;501;p28"/>
                  <p:cNvSpPr/>
                  <p:nvPr/>
                </p:nvSpPr>
                <p:spPr>
                  <a:xfrm>
                    <a:off x="5394216" y="3596116"/>
                    <a:ext cx="413072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32" h="99" extrusionOk="0">
                        <a:moveTo>
                          <a:pt x="0" y="0"/>
                        </a:moveTo>
                        <a:lnTo>
                          <a:pt x="0" y="98"/>
                        </a:lnTo>
                        <a:lnTo>
                          <a:pt x="3131" y="98"/>
                        </a:lnTo>
                        <a:lnTo>
                          <a:pt x="3131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28"/>
                  <p:cNvSpPr/>
                  <p:nvPr/>
                </p:nvSpPr>
                <p:spPr>
                  <a:xfrm>
                    <a:off x="5828251" y="3596116"/>
                    <a:ext cx="68450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" h="99" extrusionOk="0">
                        <a:moveTo>
                          <a:pt x="1" y="0"/>
                        </a:moveTo>
                        <a:lnTo>
                          <a:pt x="1" y="98"/>
                        </a:lnTo>
                        <a:lnTo>
                          <a:pt x="518" y="98"/>
                        </a:lnTo>
                        <a:lnTo>
                          <a:pt x="518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28"/>
                  <p:cNvSpPr/>
                  <p:nvPr/>
                </p:nvSpPr>
                <p:spPr>
                  <a:xfrm>
                    <a:off x="5429429" y="3665488"/>
                    <a:ext cx="181345" cy="14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75" h="108" extrusionOk="0">
                        <a:moveTo>
                          <a:pt x="1" y="0"/>
                        </a:moveTo>
                        <a:lnTo>
                          <a:pt x="1" y="108"/>
                        </a:lnTo>
                        <a:lnTo>
                          <a:pt x="1374" y="108"/>
                        </a:lnTo>
                        <a:lnTo>
                          <a:pt x="1374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28"/>
                  <p:cNvSpPr/>
                  <p:nvPr/>
                </p:nvSpPr>
                <p:spPr>
                  <a:xfrm>
                    <a:off x="5394216" y="3771393"/>
                    <a:ext cx="345941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23" h="99" extrusionOk="0">
                        <a:moveTo>
                          <a:pt x="0" y="0"/>
                        </a:moveTo>
                        <a:lnTo>
                          <a:pt x="0" y="98"/>
                        </a:lnTo>
                        <a:lnTo>
                          <a:pt x="2623" y="98"/>
                        </a:lnTo>
                        <a:lnTo>
                          <a:pt x="2623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28"/>
                  <p:cNvSpPr/>
                  <p:nvPr/>
                </p:nvSpPr>
                <p:spPr>
                  <a:xfrm>
                    <a:off x="5658910" y="3806607"/>
                    <a:ext cx="212998" cy="131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5" h="100" extrusionOk="0">
                        <a:moveTo>
                          <a:pt x="0" y="1"/>
                        </a:moveTo>
                        <a:lnTo>
                          <a:pt x="0" y="99"/>
                        </a:lnTo>
                        <a:lnTo>
                          <a:pt x="1615" y="99"/>
                        </a:lnTo>
                        <a:lnTo>
                          <a:pt x="1615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28"/>
                  <p:cNvSpPr/>
                  <p:nvPr/>
                </p:nvSpPr>
                <p:spPr>
                  <a:xfrm>
                    <a:off x="5621190" y="3841952"/>
                    <a:ext cx="186093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1" h="99" extrusionOk="0">
                        <a:moveTo>
                          <a:pt x="1" y="1"/>
                        </a:moveTo>
                        <a:lnTo>
                          <a:pt x="1" y="99"/>
                        </a:lnTo>
                        <a:lnTo>
                          <a:pt x="1410" y="99"/>
                        </a:lnTo>
                        <a:lnTo>
                          <a:pt x="141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7" name="Google Shape;507;p28"/>
                  <p:cNvSpPr/>
                  <p:nvPr/>
                </p:nvSpPr>
                <p:spPr>
                  <a:xfrm>
                    <a:off x="5628312" y="3700834"/>
                    <a:ext cx="229484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0" h="99" extrusionOk="0">
                        <a:moveTo>
                          <a:pt x="0" y="0"/>
                        </a:moveTo>
                        <a:lnTo>
                          <a:pt x="0" y="98"/>
                        </a:lnTo>
                        <a:lnTo>
                          <a:pt x="1740" y="98"/>
                        </a:lnTo>
                        <a:lnTo>
                          <a:pt x="174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8" name="Google Shape;508;p28"/>
                  <p:cNvSpPr/>
                  <p:nvPr/>
                </p:nvSpPr>
                <p:spPr>
                  <a:xfrm>
                    <a:off x="5429429" y="3941922"/>
                    <a:ext cx="181345" cy="131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75" h="100" extrusionOk="0">
                        <a:moveTo>
                          <a:pt x="1" y="1"/>
                        </a:moveTo>
                        <a:lnTo>
                          <a:pt x="1" y="99"/>
                        </a:lnTo>
                        <a:lnTo>
                          <a:pt x="1374" y="99"/>
                        </a:lnTo>
                        <a:lnTo>
                          <a:pt x="1374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28"/>
                  <p:cNvSpPr/>
                  <p:nvPr/>
                </p:nvSpPr>
                <p:spPr>
                  <a:xfrm>
                    <a:off x="5394216" y="4046640"/>
                    <a:ext cx="345941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23" h="99" extrusionOk="0">
                        <a:moveTo>
                          <a:pt x="0" y="1"/>
                        </a:moveTo>
                        <a:lnTo>
                          <a:pt x="0" y="99"/>
                        </a:lnTo>
                        <a:lnTo>
                          <a:pt x="2623" y="99"/>
                        </a:lnTo>
                        <a:lnTo>
                          <a:pt x="2623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28"/>
                  <p:cNvSpPr/>
                  <p:nvPr/>
                </p:nvSpPr>
                <p:spPr>
                  <a:xfrm>
                    <a:off x="5904744" y="3906709"/>
                    <a:ext cx="187280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0" h="99" extrusionOk="0">
                        <a:moveTo>
                          <a:pt x="1" y="0"/>
                        </a:moveTo>
                        <a:lnTo>
                          <a:pt x="1" y="98"/>
                        </a:lnTo>
                        <a:lnTo>
                          <a:pt x="1419" y="98"/>
                        </a:lnTo>
                        <a:lnTo>
                          <a:pt x="14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28"/>
                  <p:cNvSpPr/>
                  <p:nvPr/>
                </p:nvSpPr>
                <p:spPr>
                  <a:xfrm>
                    <a:off x="5934154" y="3941922"/>
                    <a:ext cx="116589" cy="131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4" h="100" extrusionOk="0">
                        <a:moveTo>
                          <a:pt x="1" y="1"/>
                        </a:moveTo>
                        <a:lnTo>
                          <a:pt x="1" y="99"/>
                        </a:lnTo>
                        <a:lnTo>
                          <a:pt x="884" y="99"/>
                        </a:lnTo>
                        <a:lnTo>
                          <a:pt x="884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28"/>
                  <p:cNvSpPr/>
                  <p:nvPr/>
                </p:nvSpPr>
                <p:spPr>
                  <a:xfrm>
                    <a:off x="5628312" y="3976081"/>
                    <a:ext cx="229484" cy="14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0" h="108" extrusionOk="0">
                        <a:moveTo>
                          <a:pt x="0" y="1"/>
                        </a:moveTo>
                        <a:lnTo>
                          <a:pt x="0" y="108"/>
                        </a:lnTo>
                        <a:lnTo>
                          <a:pt x="1740" y="108"/>
                        </a:lnTo>
                        <a:lnTo>
                          <a:pt x="174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13" name="Google Shape;513;p28"/>
                <p:cNvSpPr/>
                <p:nvPr/>
              </p:nvSpPr>
              <p:spPr>
                <a:xfrm>
                  <a:off x="5331834" y="4011426"/>
                  <a:ext cx="36533" cy="13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277" y="98"/>
                      </a:lnTo>
                      <a:lnTo>
                        <a:pt x="27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14" name="Google Shape;514;p28"/>
                <p:cNvGrpSpPr/>
                <p:nvPr/>
              </p:nvGrpSpPr>
              <p:grpSpPr>
                <a:xfrm>
                  <a:off x="5336450" y="3531623"/>
                  <a:ext cx="72010" cy="35215"/>
                  <a:chOff x="5336450" y="3531623"/>
                  <a:chExt cx="72010" cy="35215"/>
                </a:xfrm>
              </p:grpSpPr>
              <p:sp>
                <p:nvSpPr>
                  <p:cNvPr id="515" name="Google Shape;515;p28"/>
                  <p:cNvSpPr/>
                  <p:nvPr/>
                </p:nvSpPr>
                <p:spPr>
                  <a:xfrm>
                    <a:off x="5336450" y="3535184"/>
                    <a:ext cx="18992" cy="316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4" h="240" extrusionOk="0">
                        <a:moveTo>
                          <a:pt x="117" y="0"/>
                        </a:moveTo>
                        <a:cubicBezTo>
                          <a:pt x="110" y="0"/>
                          <a:pt x="103" y="3"/>
                          <a:pt x="99" y="7"/>
                        </a:cubicBezTo>
                        <a:lnTo>
                          <a:pt x="1" y="114"/>
                        </a:lnTo>
                        <a:lnTo>
                          <a:pt x="1" y="123"/>
                        </a:lnTo>
                        <a:lnTo>
                          <a:pt x="99" y="230"/>
                        </a:lnTo>
                        <a:cubicBezTo>
                          <a:pt x="108" y="230"/>
                          <a:pt x="117" y="239"/>
                          <a:pt x="117" y="239"/>
                        </a:cubicBezTo>
                        <a:cubicBezTo>
                          <a:pt x="126" y="239"/>
                          <a:pt x="135" y="230"/>
                          <a:pt x="135" y="230"/>
                        </a:cubicBezTo>
                        <a:cubicBezTo>
                          <a:pt x="144" y="221"/>
                          <a:pt x="144" y="203"/>
                          <a:pt x="135" y="194"/>
                        </a:cubicBezTo>
                        <a:lnTo>
                          <a:pt x="45" y="132"/>
                        </a:lnTo>
                        <a:lnTo>
                          <a:pt x="135" y="43"/>
                        </a:lnTo>
                        <a:cubicBezTo>
                          <a:pt x="144" y="34"/>
                          <a:pt x="144" y="16"/>
                          <a:pt x="135" y="7"/>
                        </a:cubicBezTo>
                        <a:cubicBezTo>
                          <a:pt x="130" y="3"/>
                          <a:pt x="124" y="0"/>
                          <a:pt x="117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28"/>
                  <p:cNvSpPr/>
                  <p:nvPr/>
                </p:nvSpPr>
                <p:spPr>
                  <a:xfrm>
                    <a:off x="5365860" y="3532019"/>
                    <a:ext cx="18992" cy="33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4" h="255" extrusionOk="0">
                        <a:moveTo>
                          <a:pt x="118" y="1"/>
                        </a:moveTo>
                        <a:cubicBezTo>
                          <a:pt x="112" y="1"/>
                          <a:pt x="105" y="7"/>
                          <a:pt x="99" y="13"/>
                        </a:cubicBezTo>
                        <a:lnTo>
                          <a:pt x="10" y="236"/>
                        </a:lnTo>
                        <a:cubicBezTo>
                          <a:pt x="1" y="245"/>
                          <a:pt x="10" y="254"/>
                          <a:pt x="19" y="254"/>
                        </a:cubicBezTo>
                        <a:lnTo>
                          <a:pt x="28" y="254"/>
                        </a:lnTo>
                        <a:cubicBezTo>
                          <a:pt x="37" y="254"/>
                          <a:pt x="46" y="254"/>
                          <a:pt x="46" y="245"/>
                        </a:cubicBezTo>
                        <a:lnTo>
                          <a:pt x="135" y="31"/>
                        </a:lnTo>
                        <a:cubicBezTo>
                          <a:pt x="144" y="22"/>
                          <a:pt x="135" y="4"/>
                          <a:pt x="126" y="4"/>
                        </a:cubicBezTo>
                        <a:cubicBezTo>
                          <a:pt x="123" y="2"/>
                          <a:pt x="121" y="1"/>
                          <a:pt x="118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28"/>
                  <p:cNvSpPr/>
                  <p:nvPr/>
                </p:nvSpPr>
                <p:spPr>
                  <a:xfrm>
                    <a:off x="5388281" y="3531623"/>
                    <a:ext cx="20179" cy="340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258" extrusionOk="0">
                        <a:moveTo>
                          <a:pt x="27" y="1"/>
                        </a:moveTo>
                        <a:cubicBezTo>
                          <a:pt x="20" y="1"/>
                          <a:pt x="14" y="3"/>
                          <a:pt x="9" y="7"/>
                        </a:cubicBezTo>
                        <a:cubicBezTo>
                          <a:pt x="0" y="16"/>
                          <a:pt x="0" y="34"/>
                          <a:pt x="9" y="43"/>
                        </a:cubicBezTo>
                        <a:lnTo>
                          <a:pt x="99" y="132"/>
                        </a:lnTo>
                        <a:lnTo>
                          <a:pt x="9" y="221"/>
                        </a:lnTo>
                        <a:cubicBezTo>
                          <a:pt x="0" y="230"/>
                          <a:pt x="0" y="248"/>
                          <a:pt x="9" y="257"/>
                        </a:cubicBezTo>
                        <a:lnTo>
                          <a:pt x="45" y="257"/>
                        </a:lnTo>
                        <a:lnTo>
                          <a:pt x="152" y="150"/>
                        </a:lnTo>
                        <a:lnTo>
                          <a:pt x="143" y="132"/>
                        </a:lnTo>
                        <a:lnTo>
                          <a:pt x="143" y="123"/>
                        </a:lnTo>
                        <a:lnTo>
                          <a:pt x="143" y="114"/>
                        </a:lnTo>
                        <a:lnTo>
                          <a:pt x="45" y="7"/>
                        </a:lnTo>
                        <a:cubicBezTo>
                          <a:pt x="41" y="3"/>
                          <a:pt x="34" y="1"/>
                          <a:pt x="27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518" name="Google Shape;518;p28"/>
              <p:cNvGrpSpPr/>
              <p:nvPr/>
            </p:nvGrpSpPr>
            <p:grpSpPr>
              <a:xfrm>
                <a:off x="5909492" y="3978455"/>
                <a:ext cx="1135551" cy="767204"/>
                <a:chOff x="5909492" y="3978455"/>
                <a:chExt cx="1135551" cy="767204"/>
              </a:xfrm>
            </p:grpSpPr>
            <p:sp>
              <p:nvSpPr>
                <p:cNvPr id="519" name="Google Shape;519;p28"/>
                <p:cNvSpPr/>
                <p:nvPr/>
              </p:nvSpPr>
              <p:spPr>
                <a:xfrm>
                  <a:off x="5909492" y="3978455"/>
                  <a:ext cx="1135551" cy="767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10" h="5817" extrusionOk="0">
                      <a:moveTo>
                        <a:pt x="27" y="0"/>
                      </a:moveTo>
                      <a:lnTo>
                        <a:pt x="0" y="5817"/>
                      </a:lnTo>
                      <a:lnTo>
                        <a:pt x="8609" y="5817"/>
                      </a:lnTo>
                      <a:lnTo>
                        <a:pt x="8582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" name="Google Shape;520;p28"/>
                <p:cNvSpPr/>
                <p:nvPr/>
              </p:nvSpPr>
              <p:spPr>
                <a:xfrm>
                  <a:off x="5913053" y="3978455"/>
                  <a:ext cx="1128429" cy="67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56" h="509" extrusionOk="0">
                      <a:moveTo>
                        <a:pt x="0" y="0"/>
                      </a:moveTo>
                      <a:lnTo>
                        <a:pt x="0" y="509"/>
                      </a:lnTo>
                      <a:lnTo>
                        <a:pt x="8555" y="509"/>
                      </a:lnTo>
                      <a:lnTo>
                        <a:pt x="855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" name="Google Shape;521;p28"/>
                <p:cNvSpPr/>
                <p:nvPr/>
              </p:nvSpPr>
              <p:spPr>
                <a:xfrm>
                  <a:off x="5942463" y="3994941"/>
                  <a:ext cx="34159" cy="34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260" extrusionOk="0">
                      <a:moveTo>
                        <a:pt x="125" y="0"/>
                      </a:moveTo>
                      <a:cubicBezTo>
                        <a:pt x="54" y="0"/>
                        <a:pt x="0" y="63"/>
                        <a:pt x="0" y="134"/>
                      </a:cubicBezTo>
                      <a:cubicBezTo>
                        <a:pt x="0" y="206"/>
                        <a:pt x="54" y="259"/>
                        <a:pt x="125" y="259"/>
                      </a:cubicBezTo>
                      <a:cubicBezTo>
                        <a:pt x="196" y="259"/>
                        <a:pt x="259" y="206"/>
                        <a:pt x="259" y="134"/>
                      </a:cubicBezTo>
                      <a:cubicBezTo>
                        <a:pt x="259" y="63"/>
                        <a:pt x="196" y="0"/>
                        <a:pt x="1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28"/>
                <p:cNvSpPr/>
                <p:nvPr/>
              </p:nvSpPr>
              <p:spPr>
                <a:xfrm>
                  <a:off x="6011835" y="3996128"/>
                  <a:ext cx="33104" cy="33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251" extrusionOk="0">
                      <a:moveTo>
                        <a:pt x="125" y="0"/>
                      </a:moveTo>
                      <a:cubicBezTo>
                        <a:pt x="54" y="0"/>
                        <a:pt x="1" y="54"/>
                        <a:pt x="1" y="125"/>
                      </a:cubicBezTo>
                      <a:cubicBezTo>
                        <a:pt x="1" y="197"/>
                        <a:pt x="54" y="250"/>
                        <a:pt x="125" y="250"/>
                      </a:cubicBezTo>
                      <a:cubicBezTo>
                        <a:pt x="197" y="250"/>
                        <a:pt x="250" y="197"/>
                        <a:pt x="250" y="125"/>
                      </a:cubicBezTo>
                      <a:cubicBezTo>
                        <a:pt x="250" y="54"/>
                        <a:pt x="197" y="0"/>
                        <a:pt x="1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" name="Google Shape;523;p28"/>
                <p:cNvSpPr/>
                <p:nvPr/>
              </p:nvSpPr>
              <p:spPr>
                <a:xfrm>
                  <a:off x="6080020" y="3994941"/>
                  <a:ext cx="34291" cy="34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" h="260" extrusionOk="0">
                      <a:moveTo>
                        <a:pt x="135" y="0"/>
                      </a:moveTo>
                      <a:cubicBezTo>
                        <a:pt x="63" y="0"/>
                        <a:pt x="1" y="63"/>
                        <a:pt x="1" y="134"/>
                      </a:cubicBezTo>
                      <a:cubicBezTo>
                        <a:pt x="1" y="206"/>
                        <a:pt x="63" y="259"/>
                        <a:pt x="135" y="259"/>
                      </a:cubicBezTo>
                      <a:cubicBezTo>
                        <a:pt x="206" y="259"/>
                        <a:pt x="260" y="206"/>
                        <a:pt x="260" y="134"/>
                      </a:cubicBezTo>
                      <a:cubicBezTo>
                        <a:pt x="260" y="63"/>
                        <a:pt x="206" y="0"/>
                        <a:pt x="13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24" name="Google Shape;524;p28"/>
                <p:cNvGrpSpPr/>
                <p:nvPr/>
              </p:nvGrpSpPr>
              <p:grpSpPr>
                <a:xfrm>
                  <a:off x="5984798" y="4179582"/>
                  <a:ext cx="784854" cy="394341"/>
                  <a:chOff x="5984798" y="4179582"/>
                  <a:chExt cx="784854" cy="394341"/>
                </a:xfrm>
              </p:grpSpPr>
              <p:sp>
                <p:nvSpPr>
                  <p:cNvPr id="525" name="Google Shape;525;p28"/>
                  <p:cNvSpPr/>
                  <p:nvPr/>
                </p:nvSpPr>
                <p:spPr>
                  <a:xfrm>
                    <a:off x="6504822" y="4179582"/>
                    <a:ext cx="264830" cy="131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8" h="100" extrusionOk="0">
                        <a:moveTo>
                          <a:pt x="0" y="1"/>
                        </a:moveTo>
                        <a:lnTo>
                          <a:pt x="0" y="99"/>
                        </a:lnTo>
                        <a:lnTo>
                          <a:pt x="2008" y="99"/>
                        </a:lnTo>
                        <a:lnTo>
                          <a:pt x="200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" name="Google Shape;526;p28"/>
                  <p:cNvSpPr/>
                  <p:nvPr/>
                </p:nvSpPr>
                <p:spPr>
                  <a:xfrm>
                    <a:off x="6365947" y="4179582"/>
                    <a:ext cx="118963" cy="131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2" h="100" extrusionOk="0">
                        <a:moveTo>
                          <a:pt x="1" y="1"/>
                        </a:moveTo>
                        <a:lnTo>
                          <a:pt x="1" y="99"/>
                        </a:lnTo>
                        <a:lnTo>
                          <a:pt x="902" y="99"/>
                        </a:lnTo>
                        <a:lnTo>
                          <a:pt x="90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7" name="Google Shape;527;p28"/>
                  <p:cNvSpPr/>
                  <p:nvPr/>
                </p:nvSpPr>
                <p:spPr>
                  <a:xfrm>
                    <a:off x="6082394" y="4214927"/>
                    <a:ext cx="270765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3" h="99" extrusionOk="0">
                        <a:moveTo>
                          <a:pt x="1" y="1"/>
                        </a:moveTo>
                        <a:lnTo>
                          <a:pt x="1" y="99"/>
                        </a:lnTo>
                        <a:lnTo>
                          <a:pt x="2053" y="99"/>
                        </a:lnTo>
                        <a:lnTo>
                          <a:pt x="2053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8" name="Google Shape;528;p28"/>
                  <p:cNvSpPr/>
                  <p:nvPr/>
                </p:nvSpPr>
                <p:spPr>
                  <a:xfrm>
                    <a:off x="6463674" y="4354991"/>
                    <a:ext cx="158924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5" h="99" extrusionOk="0">
                        <a:moveTo>
                          <a:pt x="0" y="0"/>
                        </a:moveTo>
                        <a:lnTo>
                          <a:pt x="0" y="98"/>
                        </a:lnTo>
                        <a:lnTo>
                          <a:pt x="1205" y="98"/>
                        </a:lnTo>
                        <a:lnTo>
                          <a:pt x="120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9" name="Google Shape;529;p28"/>
                  <p:cNvSpPr/>
                  <p:nvPr/>
                </p:nvSpPr>
                <p:spPr>
                  <a:xfrm>
                    <a:off x="6047180" y="4319645"/>
                    <a:ext cx="258895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3" h="99" extrusionOk="0">
                        <a:moveTo>
                          <a:pt x="0" y="1"/>
                        </a:moveTo>
                        <a:lnTo>
                          <a:pt x="0" y="99"/>
                        </a:lnTo>
                        <a:lnTo>
                          <a:pt x="1963" y="99"/>
                        </a:lnTo>
                        <a:lnTo>
                          <a:pt x="1963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0" name="Google Shape;530;p28"/>
                  <p:cNvSpPr/>
                  <p:nvPr/>
                </p:nvSpPr>
                <p:spPr>
                  <a:xfrm>
                    <a:off x="6527111" y="4284300"/>
                    <a:ext cx="69637" cy="14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8" h="108" extrusionOk="0">
                        <a:moveTo>
                          <a:pt x="1" y="1"/>
                        </a:moveTo>
                        <a:lnTo>
                          <a:pt x="1" y="108"/>
                        </a:lnTo>
                        <a:lnTo>
                          <a:pt x="527" y="108"/>
                        </a:lnTo>
                        <a:lnTo>
                          <a:pt x="52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1" name="Google Shape;531;p28"/>
                  <p:cNvSpPr/>
                  <p:nvPr/>
                </p:nvSpPr>
                <p:spPr>
                  <a:xfrm>
                    <a:off x="6283651" y="4249086"/>
                    <a:ext cx="290680" cy="14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4" h="108" extrusionOk="0">
                        <a:moveTo>
                          <a:pt x="0" y="0"/>
                        </a:moveTo>
                        <a:lnTo>
                          <a:pt x="0" y="107"/>
                        </a:lnTo>
                        <a:lnTo>
                          <a:pt x="2204" y="107"/>
                        </a:lnTo>
                        <a:lnTo>
                          <a:pt x="22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2" name="Google Shape;532;p28"/>
                  <p:cNvSpPr/>
                  <p:nvPr/>
                </p:nvSpPr>
                <p:spPr>
                  <a:xfrm>
                    <a:off x="5984798" y="4284300"/>
                    <a:ext cx="36533" cy="14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108" extrusionOk="0">
                        <a:moveTo>
                          <a:pt x="0" y="1"/>
                        </a:moveTo>
                        <a:lnTo>
                          <a:pt x="0" y="108"/>
                        </a:lnTo>
                        <a:lnTo>
                          <a:pt x="277" y="108"/>
                        </a:lnTo>
                        <a:lnTo>
                          <a:pt x="2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3" name="Google Shape;533;p28"/>
                  <p:cNvSpPr/>
                  <p:nvPr/>
                </p:nvSpPr>
                <p:spPr>
                  <a:xfrm>
                    <a:off x="6082394" y="4425550"/>
                    <a:ext cx="61328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99" extrusionOk="0">
                        <a:moveTo>
                          <a:pt x="1" y="0"/>
                        </a:moveTo>
                        <a:lnTo>
                          <a:pt x="1" y="99"/>
                        </a:lnTo>
                        <a:lnTo>
                          <a:pt x="465" y="99"/>
                        </a:lnTo>
                        <a:lnTo>
                          <a:pt x="46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4" name="Google Shape;534;p28"/>
                  <p:cNvSpPr/>
                  <p:nvPr/>
                </p:nvSpPr>
                <p:spPr>
                  <a:xfrm>
                    <a:off x="6561269" y="4425550"/>
                    <a:ext cx="150747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" h="99" extrusionOk="0">
                        <a:moveTo>
                          <a:pt x="1" y="0"/>
                        </a:moveTo>
                        <a:lnTo>
                          <a:pt x="1" y="99"/>
                        </a:lnTo>
                        <a:lnTo>
                          <a:pt x="1143" y="99"/>
                        </a:lnTo>
                        <a:lnTo>
                          <a:pt x="1143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5" name="Google Shape;535;p28"/>
                  <p:cNvSpPr/>
                  <p:nvPr/>
                </p:nvSpPr>
                <p:spPr>
                  <a:xfrm>
                    <a:off x="6021199" y="4390204"/>
                    <a:ext cx="36665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8" h="99" extrusionOk="0">
                        <a:moveTo>
                          <a:pt x="1" y="1"/>
                        </a:moveTo>
                        <a:lnTo>
                          <a:pt x="1" y="99"/>
                        </a:lnTo>
                        <a:lnTo>
                          <a:pt x="277" y="99"/>
                        </a:lnTo>
                        <a:lnTo>
                          <a:pt x="2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6" name="Google Shape;536;p28"/>
                  <p:cNvSpPr/>
                  <p:nvPr/>
                </p:nvSpPr>
                <p:spPr>
                  <a:xfrm>
                    <a:off x="6542410" y="4390204"/>
                    <a:ext cx="217878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2" h="99" extrusionOk="0">
                        <a:moveTo>
                          <a:pt x="1" y="1"/>
                        </a:moveTo>
                        <a:lnTo>
                          <a:pt x="1" y="99"/>
                        </a:lnTo>
                        <a:lnTo>
                          <a:pt x="1651" y="99"/>
                        </a:lnTo>
                        <a:lnTo>
                          <a:pt x="165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7" name="Google Shape;537;p28"/>
                  <p:cNvSpPr/>
                  <p:nvPr/>
                </p:nvSpPr>
                <p:spPr>
                  <a:xfrm>
                    <a:off x="6082394" y="4490306"/>
                    <a:ext cx="270765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3" h="99" extrusionOk="0">
                        <a:moveTo>
                          <a:pt x="1" y="0"/>
                        </a:moveTo>
                        <a:lnTo>
                          <a:pt x="1" y="98"/>
                        </a:lnTo>
                        <a:lnTo>
                          <a:pt x="2053" y="98"/>
                        </a:lnTo>
                        <a:lnTo>
                          <a:pt x="2053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8" name="Google Shape;538;p28"/>
                  <p:cNvSpPr/>
                  <p:nvPr/>
                </p:nvSpPr>
                <p:spPr>
                  <a:xfrm>
                    <a:off x="6283651" y="4525520"/>
                    <a:ext cx="290680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4" h="99" extrusionOk="0">
                        <a:moveTo>
                          <a:pt x="0" y="1"/>
                        </a:moveTo>
                        <a:lnTo>
                          <a:pt x="0" y="99"/>
                        </a:lnTo>
                        <a:lnTo>
                          <a:pt x="2204" y="99"/>
                        </a:lnTo>
                        <a:lnTo>
                          <a:pt x="220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9" name="Google Shape;539;p28"/>
                  <p:cNvSpPr/>
                  <p:nvPr/>
                </p:nvSpPr>
                <p:spPr>
                  <a:xfrm>
                    <a:off x="5984798" y="4560866"/>
                    <a:ext cx="36533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99" extrusionOk="0">
                        <a:moveTo>
                          <a:pt x="0" y="0"/>
                        </a:moveTo>
                        <a:lnTo>
                          <a:pt x="0" y="98"/>
                        </a:lnTo>
                        <a:lnTo>
                          <a:pt x="277" y="98"/>
                        </a:lnTo>
                        <a:lnTo>
                          <a:pt x="2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0" name="Google Shape;540;p28"/>
                  <p:cNvSpPr/>
                  <p:nvPr/>
                </p:nvSpPr>
                <p:spPr>
                  <a:xfrm>
                    <a:off x="6526056" y="4560866"/>
                    <a:ext cx="140065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2" h="99" extrusionOk="0">
                        <a:moveTo>
                          <a:pt x="0" y="0"/>
                        </a:moveTo>
                        <a:lnTo>
                          <a:pt x="0" y="98"/>
                        </a:lnTo>
                        <a:lnTo>
                          <a:pt x="1062" y="98"/>
                        </a:lnTo>
                        <a:lnTo>
                          <a:pt x="106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41" name="Google Shape;541;p28"/>
                <p:cNvGrpSpPr/>
                <p:nvPr/>
              </p:nvGrpSpPr>
              <p:grpSpPr>
                <a:xfrm>
                  <a:off x="5984798" y="4179582"/>
                  <a:ext cx="947205" cy="394341"/>
                  <a:chOff x="5984798" y="4179582"/>
                  <a:chExt cx="947205" cy="394341"/>
                </a:xfrm>
              </p:grpSpPr>
              <p:sp>
                <p:nvSpPr>
                  <p:cNvPr id="542" name="Google Shape;542;p28"/>
                  <p:cNvSpPr/>
                  <p:nvPr/>
                </p:nvSpPr>
                <p:spPr>
                  <a:xfrm>
                    <a:off x="5984798" y="4179582"/>
                    <a:ext cx="36533" cy="131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100" extrusionOk="0">
                        <a:moveTo>
                          <a:pt x="0" y="1"/>
                        </a:moveTo>
                        <a:lnTo>
                          <a:pt x="0" y="99"/>
                        </a:lnTo>
                        <a:lnTo>
                          <a:pt x="277" y="99"/>
                        </a:lnTo>
                        <a:lnTo>
                          <a:pt x="277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3" name="Google Shape;543;p28"/>
                  <p:cNvSpPr/>
                  <p:nvPr/>
                </p:nvSpPr>
                <p:spPr>
                  <a:xfrm>
                    <a:off x="6047180" y="4179582"/>
                    <a:ext cx="214185" cy="131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4" h="100" extrusionOk="0">
                        <a:moveTo>
                          <a:pt x="0" y="1"/>
                        </a:moveTo>
                        <a:lnTo>
                          <a:pt x="0" y="99"/>
                        </a:lnTo>
                        <a:lnTo>
                          <a:pt x="1624" y="99"/>
                        </a:lnTo>
                        <a:lnTo>
                          <a:pt x="1624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4" name="Google Shape;544;p28"/>
                  <p:cNvSpPr/>
                  <p:nvPr/>
                </p:nvSpPr>
                <p:spPr>
                  <a:xfrm>
                    <a:off x="6637763" y="4354991"/>
                    <a:ext cx="209569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89" h="99" extrusionOk="0">
                        <a:moveTo>
                          <a:pt x="1" y="0"/>
                        </a:moveTo>
                        <a:lnTo>
                          <a:pt x="1" y="98"/>
                        </a:lnTo>
                        <a:lnTo>
                          <a:pt x="1589" y="98"/>
                        </a:lnTo>
                        <a:lnTo>
                          <a:pt x="1589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5" name="Google Shape;545;p28"/>
                  <p:cNvSpPr/>
                  <p:nvPr/>
                </p:nvSpPr>
                <p:spPr>
                  <a:xfrm>
                    <a:off x="6021199" y="4214927"/>
                    <a:ext cx="36665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8" h="99" extrusionOk="0">
                        <a:moveTo>
                          <a:pt x="1" y="1"/>
                        </a:moveTo>
                        <a:lnTo>
                          <a:pt x="1" y="99"/>
                        </a:lnTo>
                        <a:lnTo>
                          <a:pt x="277" y="99"/>
                        </a:lnTo>
                        <a:lnTo>
                          <a:pt x="277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6" name="Google Shape;546;p28"/>
                  <p:cNvSpPr/>
                  <p:nvPr/>
                </p:nvSpPr>
                <p:spPr>
                  <a:xfrm>
                    <a:off x="6370695" y="4214927"/>
                    <a:ext cx="64889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" h="99" extrusionOk="0">
                        <a:moveTo>
                          <a:pt x="0" y="1"/>
                        </a:moveTo>
                        <a:lnTo>
                          <a:pt x="0" y="99"/>
                        </a:lnTo>
                        <a:lnTo>
                          <a:pt x="491" y="99"/>
                        </a:lnTo>
                        <a:lnTo>
                          <a:pt x="491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7" name="Google Shape;547;p28"/>
                  <p:cNvSpPr/>
                  <p:nvPr/>
                </p:nvSpPr>
                <p:spPr>
                  <a:xfrm>
                    <a:off x="6658996" y="4214927"/>
                    <a:ext cx="273007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0" h="99" extrusionOk="0">
                        <a:moveTo>
                          <a:pt x="0" y="1"/>
                        </a:moveTo>
                        <a:lnTo>
                          <a:pt x="0" y="99"/>
                        </a:lnTo>
                        <a:lnTo>
                          <a:pt x="2070" y="99"/>
                        </a:lnTo>
                        <a:lnTo>
                          <a:pt x="207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8" name="Google Shape;548;p28"/>
                  <p:cNvSpPr/>
                  <p:nvPr/>
                </p:nvSpPr>
                <p:spPr>
                  <a:xfrm>
                    <a:off x="6587119" y="4249086"/>
                    <a:ext cx="116720" cy="14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" h="108" extrusionOk="0">
                        <a:moveTo>
                          <a:pt x="1" y="0"/>
                        </a:moveTo>
                        <a:lnTo>
                          <a:pt x="1" y="107"/>
                        </a:lnTo>
                        <a:lnTo>
                          <a:pt x="884" y="107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9" name="Google Shape;549;p28"/>
                  <p:cNvSpPr/>
                  <p:nvPr/>
                </p:nvSpPr>
                <p:spPr>
                  <a:xfrm>
                    <a:off x="6021199" y="4249086"/>
                    <a:ext cx="36665" cy="14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8" h="108" extrusionOk="0">
                        <a:moveTo>
                          <a:pt x="1" y="0"/>
                        </a:moveTo>
                        <a:lnTo>
                          <a:pt x="1" y="107"/>
                        </a:lnTo>
                        <a:lnTo>
                          <a:pt x="277" y="107"/>
                        </a:lnTo>
                        <a:lnTo>
                          <a:pt x="277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0" name="Google Shape;550;p28"/>
                  <p:cNvSpPr/>
                  <p:nvPr/>
                </p:nvSpPr>
                <p:spPr>
                  <a:xfrm>
                    <a:off x="6047180" y="4284300"/>
                    <a:ext cx="212998" cy="14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5" h="108" extrusionOk="0">
                        <a:moveTo>
                          <a:pt x="0" y="1"/>
                        </a:moveTo>
                        <a:lnTo>
                          <a:pt x="0" y="108"/>
                        </a:lnTo>
                        <a:lnTo>
                          <a:pt x="1615" y="108"/>
                        </a:lnTo>
                        <a:lnTo>
                          <a:pt x="1615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1" name="Google Shape;551;p28"/>
                  <p:cNvSpPr/>
                  <p:nvPr/>
                </p:nvSpPr>
                <p:spPr>
                  <a:xfrm>
                    <a:off x="6609539" y="4284300"/>
                    <a:ext cx="213130" cy="14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6" h="108" extrusionOk="0">
                        <a:moveTo>
                          <a:pt x="0" y="1"/>
                        </a:moveTo>
                        <a:lnTo>
                          <a:pt x="0" y="108"/>
                        </a:lnTo>
                        <a:lnTo>
                          <a:pt x="1615" y="108"/>
                        </a:lnTo>
                        <a:lnTo>
                          <a:pt x="1615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2" name="Google Shape;552;p28"/>
                  <p:cNvSpPr/>
                  <p:nvPr/>
                </p:nvSpPr>
                <p:spPr>
                  <a:xfrm>
                    <a:off x="6082394" y="4390204"/>
                    <a:ext cx="213130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6" h="99" extrusionOk="0">
                        <a:moveTo>
                          <a:pt x="1" y="1"/>
                        </a:moveTo>
                        <a:lnTo>
                          <a:pt x="1" y="99"/>
                        </a:lnTo>
                        <a:lnTo>
                          <a:pt x="1616" y="99"/>
                        </a:lnTo>
                        <a:lnTo>
                          <a:pt x="1616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3" name="Google Shape;553;p28"/>
                  <p:cNvSpPr/>
                  <p:nvPr/>
                </p:nvSpPr>
                <p:spPr>
                  <a:xfrm>
                    <a:off x="6170625" y="4425550"/>
                    <a:ext cx="186093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1" h="99" extrusionOk="0">
                        <a:moveTo>
                          <a:pt x="1" y="0"/>
                        </a:moveTo>
                        <a:lnTo>
                          <a:pt x="1" y="99"/>
                        </a:lnTo>
                        <a:lnTo>
                          <a:pt x="1410" y="99"/>
                        </a:lnTo>
                        <a:lnTo>
                          <a:pt x="1410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4" name="Google Shape;554;p28"/>
                  <p:cNvSpPr/>
                  <p:nvPr/>
                </p:nvSpPr>
                <p:spPr>
                  <a:xfrm>
                    <a:off x="6320051" y="4319645"/>
                    <a:ext cx="230803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50" h="99" extrusionOk="0">
                        <a:moveTo>
                          <a:pt x="1" y="1"/>
                        </a:moveTo>
                        <a:lnTo>
                          <a:pt x="1" y="99"/>
                        </a:lnTo>
                        <a:lnTo>
                          <a:pt x="1749" y="99"/>
                        </a:lnTo>
                        <a:lnTo>
                          <a:pt x="1749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5" name="Google Shape;555;p28"/>
                  <p:cNvSpPr/>
                  <p:nvPr/>
                </p:nvSpPr>
                <p:spPr>
                  <a:xfrm>
                    <a:off x="5984798" y="4319645"/>
                    <a:ext cx="36533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99" extrusionOk="0">
                        <a:moveTo>
                          <a:pt x="0" y="1"/>
                        </a:moveTo>
                        <a:lnTo>
                          <a:pt x="0" y="99"/>
                        </a:lnTo>
                        <a:lnTo>
                          <a:pt x="277" y="99"/>
                        </a:lnTo>
                        <a:lnTo>
                          <a:pt x="277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6" name="Google Shape;556;p28"/>
                  <p:cNvSpPr/>
                  <p:nvPr/>
                </p:nvSpPr>
                <p:spPr>
                  <a:xfrm>
                    <a:off x="5984798" y="4354991"/>
                    <a:ext cx="36533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99" extrusionOk="0">
                        <a:moveTo>
                          <a:pt x="0" y="0"/>
                        </a:moveTo>
                        <a:lnTo>
                          <a:pt x="0" y="98"/>
                        </a:lnTo>
                        <a:lnTo>
                          <a:pt x="277" y="98"/>
                        </a:lnTo>
                        <a:lnTo>
                          <a:pt x="277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7" name="Google Shape;557;p28"/>
                  <p:cNvSpPr/>
                  <p:nvPr/>
                </p:nvSpPr>
                <p:spPr>
                  <a:xfrm>
                    <a:off x="6021199" y="4425550"/>
                    <a:ext cx="36665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8" h="99" extrusionOk="0">
                        <a:moveTo>
                          <a:pt x="1" y="0"/>
                        </a:moveTo>
                        <a:lnTo>
                          <a:pt x="1" y="99"/>
                        </a:lnTo>
                        <a:lnTo>
                          <a:pt x="277" y="99"/>
                        </a:lnTo>
                        <a:lnTo>
                          <a:pt x="277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8" name="Google Shape;558;p28"/>
                  <p:cNvSpPr/>
                  <p:nvPr/>
                </p:nvSpPr>
                <p:spPr>
                  <a:xfrm>
                    <a:off x="5984798" y="4454961"/>
                    <a:ext cx="36533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" h="99" extrusionOk="0">
                        <a:moveTo>
                          <a:pt x="0" y="0"/>
                        </a:moveTo>
                        <a:lnTo>
                          <a:pt x="0" y="99"/>
                        </a:lnTo>
                        <a:lnTo>
                          <a:pt x="277" y="99"/>
                        </a:lnTo>
                        <a:lnTo>
                          <a:pt x="277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9" name="Google Shape;559;p28"/>
                  <p:cNvSpPr/>
                  <p:nvPr/>
                </p:nvSpPr>
                <p:spPr>
                  <a:xfrm>
                    <a:off x="6047180" y="4454961"/>
                    <a:ext cx="413072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32" h="99" extrusionOk="0">
                        <a:moveTo>
                          <a:pt x="0" y="0"/>
                        </a:moveTo>
                        <a:lnTo>
                          <a:pt x="0" y="99"/>
                        </a:lnTo>
                        <a:lnTo>
                          <a:pt x="3131" y="99"/>
                        </a:lnTo>
                        <a:lnTo>
                          <a:pt x="3131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0" name="Google Shape;560;p28"/>
                  <p:cNvSpPr/>
                  <p:nvPr/>
                </p:nvSpPr>
                <p:spPr>
                  <a:xfrm>
                    <a:off x="6021199" y="4490306"/>
                    <a:ext cx="36665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8" h="99" extrusionOk="0">
                        <a:moveTo>
                          <a:pt x="1" y="0"/>
                        </a:moveTo>
                        <a:lnTo>
                          <a:pt x="1" y="98"/>
                        </a:lnTo>
                        <a:lnTo>
                          <a:pt x="277" y="98"/>
                        </a:lnTo>
                        <a:lnTo>
                          <a:pt x="277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1" name="Google Shape;561;p28"/>
                  <p:cNvSpPr/>
                  <p:nvPr/>
                </p:nvSpPr>
                <p:spPr>
                  <a:xfrm>
                    <a:off x="6370695" y="4490306"/>
                    <a:ext cx="171849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03" h="99" extrusionOk="0">
                        <a:moveTo>
                          <a:pt x="0" y="0"/>
                        </a:moveTo>
                        <a:lnTo>
                          <a:pt x="0" y="98"/>
                        </a:lnTo>
                        <a:lnTo>
                          <a:pt x="1303" y="98"/>
                        </a:lnTo>
                        <a:lnTo>
                          <a:pt x="1303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2" name="Google Shape;562;p28"/>
                  <p:cNvSpPr/>
                  <p:nvPr/>
                </p:nvSpPr>
                <p:spPr>
                  <a:xfrm>
                    <a:off x="6587119" y="4525520"/>
                    <a:ext cx="116720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" h="99" extrusionOk="0">
                        <a:moveTo>
                          <a:pt x="1" y="1"/>
                        </a:moveTo>
                        <a:lnTo>
                          <a:pt x="1" y="99"/>
                        </a:lnTo>
                        <a:lnTo>
                          <a:pt x="884" y="99"/>
                        </a:lnTo>
                        <a:lnTo>
                          <a:pt x="884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3" name="Google Shape;563;p28"/>
                  <p:cNvSpPr/>
                  <p:nvPr/>
                </p:nvSpPr>
                <p:spPr>
                  <a:xfrm>
                    <a:off x="6021199" y="4525520"/>
                    <a:ext cx="36665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8" h="99" extrusionOk="0">
                        <a:moveTo>
                          <a:pt x="1" y="1"/>
                        </a:moveTo>
                        <a:lnTo>
                          <a:pt x="1" y="99"/>
                        </a:lnTo>
                        <a:lnTo>
                          <a:pt x="277" y="99"/>
                        </a:lnTo>
                        <a:lnTo>
                          <a:pt x="277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" name="Google Shape;564;p28"/>
                  <p:cNvSpPr/>
                  <p:nvPr/>
                </p:nvSpPr>
                <p:spPr>
                  <a:xfrm>
                    <a:off x="6047180" y="4560866"/>
                    <a:ext cx="212998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5" h="99" extrusionOk="0">
                        <a:moveTo>
                          <a:pt x="0" y="0"/>
                        </a:moveTo>
                        <a:lnTo>
                          <a:pt x="0" y="98"/>
                        </a:lnTo>
                        <a:lnTo>
                          <a:pt x="1615" y="98"/>
                        </a:lnTo>
                        <a:lnTo>
                          <a:pt x="1615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" name="Google Shape;565;p28"/>
                  <p:cNvSpPr/>
                  <p:nvPr/>
                </p:nvSpPr>
                <p:spPr>
                  <a:xfrm>
                    <a:off x="6688407" y="4560866"/>
                    <a:ext cx="118963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2" h="99" extrusionOk="0">
                        <a:moveTo>
                          <a:pt x="0" y="0"/>
                        </a:moveTo>
                        <a:lnTo>
                          <a:pt x="0" y="98"/>
                        </a:lnTo>
                        <a:lnTo>
                          <a:pt x="901" y="98"/>
                        </a:lnTo>
                        <a:lnTo>
                          <a:pt x="901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66" name="Google Shape;566;p28"/>
                <p:cNvGrpSpPr/>
                <p:nvPr/>
              </p:nvGrpSpPr>
              <p:grpSpPr>
                <a:xfrm>
                  <a:off x="5989546" y="4115221"/>
                  <a:ext cx="911858" cy="458702"/>
                  <a:chOff x="5989546" y="4115221"/>
                  <a:chExt cx="911858" cy="458702"/>
                </a:xfrm>
              </p:grpSpPr>
              <p:sp>
                <p:nvSpPr>
                  <p:cNvPr id="567" name="Google Shape;567;p28"/>
                  <p:cNvSpPr/>
                  <p:nvPr/>
                </p:nvSpPr>
                <p:spPr>
                  <a:xfrm>
                    <a:off x="6786002" y="4179582"/>
                    <a:ext cx="88365" cy="131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0" h="100" extrusionOk="0">
                        <a:moveTo>
                          <a:pt x="1" y="1"/>
                        </a:moveTo>
                        <a:lnTo>
                          <a:pt x="1" y="99"/>
                        </a:lnTo>
                        <a:lnTo>
                          <a:pt x="670" y="99"/>
                        </a:lnTo>
                        <a:lnTo>
                          <a:pt x="67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8" name="Google Shape;568;p28"/>
                  <p:cNvSpPr/>
                  <p:nvPr/>
                </p:nvSpPr>
                <p:spPr>
                  <a:xfrm>
                    <a:off x="6283651" y="4179582"/>
                    <a:ext cx="68318" cy="131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8" h="100" extrusionOk="0">
                        <a:moveTo>
                          <a:pt x="0" y="1"/>
                        </a:moveTo>
                        <a:lnTo>
                          <a:pt x="0" y="99"/>
                        </a:lnTo>
                        <a:lnTo>
                          <a:pt x="518" y="99"/>
                        </a:lnTo>
                        <a:lnTo>
                          <a:pt x="518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569;p28"/>
                  <p:cNvSpPr/>
                  <p:nvPr/>
                </p:nvSpPr>
                <p:spPr>
                  <a:xfrm>
                    <a:off x="6082394" y="4249086"/>
                    <a:ext cx="181345" cy="14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75" h="108" extrusionOk="0">
                        <a:moveTo>
                          <a:pt x="1" y="0"/>
                        </a:moveTo>
                        <a:lnTo>
                          <a:pt x="1" y="107"/>
                        </a:lnTo>
                        <a:lnTo>
                          <a:pt x="1375" y="107"/>
                        </a:lnTo>
                        <a:lnTo>
                          <a:pt x="1375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0" name="Google Shape;570;p28"/>
                  <p:cNvSpPr/>
                  <p:nvPr/>
                </p:nvSpPr>
                <p:spPr>
                  <a:xfrm>
                    <a:off x="6720191" y="4249086"/>
                    <a:ext cx="181213" cy="14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74" h="108" extrusionOk="0">
                        <a:moveTo>
                          <a:pt x="0" y="0"/>
                        </a:moveTo>
                        <a:lnTo>
                          <a:pt x="0" y="107"/>
                        </a:lnTo>
                        <a:lnTo>
                          <a:pt x="1374" y="107"/>
                        </a:lnTo>
                        <a:lnTo>
                          <a:pt x="1374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1" name="Google Shape;571;p28"/>
                  <p:cNvSpPr/>
                  <p:nvPr/>
                </p:nvSpPr>
                <p:spPr>
                  <a:xfrm>
                    <a:off x="6047180" y="4354991"/>
                    <a:ext cx="345941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23" h="99" extrusionOk="0">
                        <a:moveTo>
                          <a:pt x="0" y="0"/>
                        </a:moveTo>
                        <a:lnTo>
                          <a:pt x="0" y="98"/>
                        </a:lnTo>
                        <a:lnTo>
                          <a:pt x="2623" y="98"/>
                        </a:lnTo>
                        <a:lnTo>
                          <a:pt x="2623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2" name="Google Shape;572;p28"/>
                  <p:cNvSpPr/>
                  <p:nvPr/>
                </p:nvSpPr>
                <p:spPr>
                  <a:xfrm>
                    <a:off x="6450749" y="4214927"/>
                    <a:ext cx="187148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9" h="99" extrusionOk="0">
                        <a:moveTo>
                          <a:pt x="0" y="1"/>
                        </a:moveTo>
                        <a:lnTo>
                          <a:pt x="0" y="99"/>
                        </a:lnTo>
                        <a:lnTo>
                          <a:pt x="1419" y="99"/>
                        </a:lnTo>
                        <a:lnTo>
                          <a:pt x="1419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3" name="Google Shape;573;p28"/>
                  <p:cNvSpPr/>
                  <p:nvPr/>
                </p:nvSpPr>
                <p:spPr>
                  <a:xfrm>
                    <a:off x="6382433" y="4425550"/>
                    <a:ext cx="162485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2" h="99" extrusionOk="0">
                        <a:moveTo>
                          <a:pt x="1" y="0"/>
                        </a:moveTo>
                        <a:lnTo>
                          <a:pt x="1" y="99"/>
                        </a:lnTo>
                        <a:lnTo>
                          <a:pt x="1232" y="99"/>
                        </a:lnTo>
                        <a:lnTo>
                          <a:pt x="1232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4" name="Google Shape;574;p28"/>
                  <p:cNvSpPr/>
                  <p:nvPr/>
                </p:nvSpPr>
                <p:spPr>
                  <a:xfrm>
                    <a:off x="6311874" y="4390204"/>
                    <a:ext cx="213130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6" h="99" extrusionOk="0">
                        <a:moveTo>
                          <a:pt x="0" y="1"/>
                        </a:moveTo>
                        <a:lnTo>
                          <a:pt x="0" y="99"/>
                        </a:lnTo>
                        <a:lnTo>
                          <a:pt x="1615" y="99"/>
                        </a:lnTo>
                        <a:lnTo>
                          <a:pt x="1615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5" name="Google Shape;575;p28"/>
                  <p:cNvSpPr/>
                  <p:nvPr/>
                </p:nvSpPr>
                <p:spPr>
                  <a:xfrm>
                    <a:off x="6564830" y="4319645"/>
                    <a:ext cx="147186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6" h="99" extrusionOk="0">
                        <a:moveTo>
                          <a:pt x="0" y="1"/>
                        </a:moveTo>
                        <a:lnTo>
                          <a:pt x="0" y="99"/>
                        </a:lnTo>
                        <a:lnTo>
                          <a:pt x="1116" y="99"/>
                        </a:lnTo>
                        <a:lnTo>
                          <a:pt x="1116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6" name="Google Shape;576;p28"/>
                  <p:cNvSpPr/>
                  <p:nvPr/>
                </p:nvSpPr>
                <p:spPr>
                  <a:xfrm>
                    <a:off x="6281277" y="4284300"/>
                    <a:ext cx="229616" cy="14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1" h="108" extrusionOk="0">
                        <a:moveTo>
                          <a:pt x="0" y="1"/>
                        </a:moveTo>
                        <a:lnTo>
                          <a:pt x="0" y="108"/>
                        </a:lnTo>
                        <a:lnTo>
                          <a:pt x="1740" y="108"/>
                        </a:lnTo>
                        <a:lnTo>
                          <a:pt x="174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7" name="Google Shape;577;p28"/>
                  <p:cNvSpPr/>
                  <p:nvPr/>
                </p:nvSpPr>
                <p:spPr>
                  <a:xfrm>
                    <a:off x="6082394" y="4525520"/>
                    <a:ext cx="181345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75" h="99" extrusionOk="0">
                        <a:moveTo>
                          <a:pt x="1" y="1"/>
                        </a:moveTo>
                        <a:lnTo>
                          <a:pt x="1" y="99"/>
                        </a:lnTo>
                        <a:lnTo>
                          <a:pt x="1375" y="99"/>
                        </a:lnTo>
                        <a:lnTo>
                          <a:pt x="1375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8" name="Google Shape;578;p28"/>
                  <p:cNvSpPr/>
                  <p:nvPr/>
                </p:nvSpPr>
                <p:spPr>
                  <a:xfrm>
                    <a:off x="6557708" y="4490306"/>
                    <a:ext cx="187280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0" h="99" extrusionOk="0">
                        <a:moveTo>
                          <a:pt x="1" y="0"/>
                        </a:moveTo>
                        <a:lnTo>
                          <a:pt x="1" y="98"/>
                        </a:lnTo>
                        <a:lnTo>
                          <a:pt x="1419" y="98"/>
                        </a:lnTo>
                        <a:lnTo>
                          <a:pt x="141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28"/>
                  <p:cNvSpPr/>
                  <p:nvPr/>
                </p:nvSpPr>
                <p:spPr>
                  <a:xfrm>
                    <a:off x="6281277" y="4560866"/>
                    <a:ext cx="229616" cy="130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1" h="99" extrusionOk="0">
                        <a:moveTo>
                          <a:pt x="0" y="0"/>
                        </a:moveTo>
                        <a:lnTo>
                          <a:pt x="0" y="98"/>
                        </a:lnTo>
                        <a:lnTo>
                          <a:pt x="1740" y="98"/>
                        </a:lnTo>
                        <a:lnTo>
                          <a:pt x="174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28"/>
                  <p:cNvSpPr/>
                  <p:nvPr/>
                </p:nvSpPr>
                <p:spPr>
                  <a:xfrm>
                    <a:off x="5989546" y="4119969"/>
                    <a:ext cx="18860" cy="30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" h="228" extrusionOk="0">
                        <a:moveTo>
                          <a:pt x="121" y="0"/>
                        </a:moveTo>
                        <a:cubicBezTo>
                          <a:pt x="116" y="0"/>
                          <a:pt x="112" y="2"/>
                          <a:pt x="107" y="7"/>
                        </a:cubicBezTo>
                        <a:lnTo>
                          <a:pt x="0" y="114"/>
                        </a:lnTo>
                        <a:lnTo>
                          <a:pt x="107" y="221"/>
                        </a:lnTo>
                        <a:cubicBezTo>
                          <a:pt x="112" y="225"/>
                          <a:pt x="116" y="228"/>
                          <a:pt x="121" y="228"/>
                        </a:cubicBezTo>
                        <a:cubicBezTo>
                          <a:pt x="125" y="228"/>
                          <a:pt x="129" y="225"/>
                          <a:pt x="134" y="221"/>
                        </a:cubicBezTo>
                        <a:cubicBezTo>
                          <a:pt x="143" y="212"/>
                          <a:pt x="143" y="194"/>
                          <a:pt x="134" y="185"/>
                        </a:cubicBezTo>
                        <a:lnTo>
                          <a:pt x="45" y="132"/>
                        </a:lnTo>
                        <a:lnTo>
                          <a:pt x="134" y="43"/>
                        </a:lnTo>
                        <a:cubicBezTo>
                          <a:pt x="143" y="34"/>
                          <a:pt x="143" y="16"/>
                          <a:pt x="134" y="7"/>
                        </a:cubicBezTo>
                        <a:cubicBezTo>
                          <a:pt x="129" y="2"/>
                          <a:pt x="125" y="0"/>
                          <a:pt x="121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1" name="Google Shape;581;p28"/>
                  <p:cNvSpPr/>
                  <p:nvPr/>
                </p:nvSpPr>
                <p:spPr>
                  <a:xfrm>
                    <a:off x="6018957" y="4115617"/>
                    <a:ext cx="18860" cy="34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" h="263" extrusionOk="0">
                        <a:moveTo>
                          <a:pt x="117" y="1"/>
                        </a:moveTo>
                        <a:cubicBezTo>
                          <a:pt x="111" y="1"/>
                          <a:pt x="105" y="7"/>
                          <a:pt x="98" y="13"/>
                        </a:cubicBezTo>
                        <a:lnTo>
                          <a:pt x="9" y="236"/>
                        </a:lnTo>
                        <a:cubicBezTo>
                          <a:pt x="0" y="245"/>
                          <a:pt x="9" y="254"/>
                          <a:pt x="18" y="263"/>
                        </a:cubicBezTo>
                        <a:lnTo>
                          <a:pt x="27" y="263"/>
                        </a:lnTo>
                        <a:cubicBezTo>
                          <a:pt x="36" y="263"/>
                          <a:pt x="45" y="254"/>
                          <a:pt x="45" y="245"/>
                        </a:cubicBezTo>
                        <a:lnTo>
                          <a:pt x="143" y="31"/>
                        </a:lnTo>
                        <a:cubicBezTo>
                          <a:pt x="143" y="22"/>
                          <a:pt x="134" y="4"/>
                          <a:pt x="125" y="4"/>
                        </a:cubicBezTo>
                        <a:cubicBezTo>
                          <a:pt x="122" y="2"/>
                          <a:pt x="120" y="1"/>
                          <a:pt x="117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8"/>
                  <p:cNvSpPr/>
                  <p:nvPr/>
                </p:nvSpPr>
                <p:spPr>
                  <a:xfrm>
                    <a:off x="6041245" y="4115221"/>
                    <a:ext cx="20179" cy="350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" h="266" extrusionOk="0">
                        <a:moveTo>
                          <a:pt x="24" y="1"/>
                        </a:moveTo>
                        <a:cubicBezTo>
                          <a:pt x="18" y="1"/>
                          <a:pt x="14" y="3"/>
                          <a:pt x="10" y="7"/>
                        </a:cubicBezTo>
                        <a:lnTo>
                          <a:pt x="10" y="16"/>
                        </a:lnTo>
                        <a:cubicBezTo>
                          <a:pt x="1" y="25"/>
                          <a:pt x="1" y="34"/>
                          <a:pt x="10" y="43"/>
                        </a:cubicBezTo>
                        <a:lnTo>
                          <a:pt x="99" y="132"/>
                        </a:lnTo>
                        <a:lnTo>
                          <a:pt x="10" y="221"/>
                        </a:lnTo>
                        <a:cubicBezTo>
                          <a:pt x="1" y="230"/>
                          <a:pt x="1" y="230"/>
                          <a:pt x="1" y="239"/>
                        </a:cubicBezTo>
                        <a:cubicBezTo>
                          <a:pt x="1" y="257"/>
                          <a:pt x="10" y="266"/>
                          <a:pt x="27" y="266"/>
                        </a:cubicBezTo>
                        <a:cubicBezTo>
                          <a:pt x="27" y="266"/>
                          <a:pt x="36" y="266"/>
                          <a:pt x="45" y="257"/>
                        </a:cubicBezTo>
                        <a:lnTo>
                          <a:pt x="152" y="150"/>
                        </a:lnTo>
                        <a:lnTo>
                          <a:pt x="143" y="123"/>
                        </a:lnTo>
                        <a:lnTo>
                          <a:pt x="143" y="114"/>
                        </a:lnTo>
                        <a:lnTo>
                          <a:pt x="45" y="7"/>
                        </a:lnTo>
                        <a:cubicBezTo>
                          <a:pt x="36" y="3"/>
                          <a:pt x="30" y="1"/>
                          <a:pt x="24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583" name="Google Shape;583;p28"/>
              <p:cNvGrpSpPr/>
              <p:nvPr/>
            </p:nvGrpSpPr>
            <p:grpSpPr>
              <a:xfrm>
                <a:off x="5576481" y="4227852"/>
                <a:ext cx="262585" cy="375482"/>
                <a:chOff x="5576481" y="4227852"/>
                <a:chExt cx="262585" cy="375482"/>
              </a:xfrm>
            </p:grpSpPr>
            <p:sp>
              <p:nvSpPr>
                <p:cNvPr id="584" name="Google Shape;584;p28"/>
                <p:cNvSpPr/>
                <p:nvPr/>
              </p:nvSpPr>
              <p:spPr>
                <a:xfrm>
                  <a:off x="5576481" y="4227852"/>
                  <a:ext cx="220252" cy="350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0" h="2660" extrusionOk="0">
                      <a:moveTo>
                        <a:pt x="1" y="1"/>
                      </a:moveTo>
                      <a:lnTo>
                        <a:pt x="1" y="2659"/>
                      </a:lnTo>
                      <a:lnTo>
                        <a:pt x="1669" y="2659"/>
                      </a:lnTo>
                      <a:lnTo>
                        <a:pt x="1669" y="2579"/>
                      </a:lnTo>
                      <a:lnTo>
                        <a:pt x="72" y="2579"/>
                      </a:lnTo>
                      <a:lnTo>
                        <a:pt x="7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585;p28"/>
                <p:cNvSpPr/>
                <p:nvPr/>
              </p:nvSpPr>
              <p:spPr>
                <a:xfrm>
                  <a:off x="5787102" y="4543193"/>
                  <a:ext cx="51964" cy="60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" h="456" extrusionOk="0">
                      <a:moveTo>
                        <a:pt x="1" y="1"/>
                      </a:moveTo>
                      <a:lnTo>
                        <a:pt x="1" y="456"/>
                      </a:lnTo>
                      <a:lnTo>
                        <a:pt x="393" y="232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86" name="Google Shape;586;p28"/>
            <p:cNvGrpSpPr/>
            <p:nvPr/>
          </p:nvGrpSpPr>
          <p:grpSpPr>
            <a:xfrm>
              <a:off x="7134921" y="1300326"/>
              <a:ext cx="1289069" cy="1481940"/>
              <a:chOff x="5541475" y="1474975"/>
              <a:chExt cx="1162056" cy="1335923"/>
            </a:xfrm>
          </p:grpSpPr>
          <p:sp>
            <p:nvSpPr>
              <p:cNvPr id="587" name="Google Shape;587;p28"/>
              <p:cNvSpPr/>
              <p:nvPr/>
            </p:nvSpPr>
            <p:spPr>
              <a:xfrm>
                <a:off x="5541475" y="1474975"/>
                <a:ext cx="714736" cy="917620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3953" extrusionOk="0">
                    <a:moveTo>
                      <a:pt x="795" y="0"/>
                    </a:moveTo>
                    <a:lnTo>
                      <a:pt x="10" y="759"/>
                    </a:lnTo>
                    <a:lnTo>
                      <a:pt x="1" y="3952"/>
                    </a:lnTo>
                    <a:lnTo>
                      <a:pt x="3079" y="3952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28"/>
              <p:cNvSpPr/>
              <p:nvPr/>
            </p:nvSpPr>
            <p:spPr>
              <a:xfrm>
                <a:off x="5543564" y="1474975"/>
                <a:ext cx="182456" cy="176189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59" extrusionOk="0">
                    <a:moveTo>
                      <a:pt x="786" y="0"/>
                    </a:moveTo>
                    <a:lnTo>
                      <a:pt x="1" y="759"/>
                    </a:lnTo>
                    <a:lnTo>
                      <a:pt x="786" y="759"/>
                    </a:lnTo>
                    <a:lnTo>
                      <a:pt x="78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9" name="Google Shape;589;p28"/>
              <p:cNvGrpSpPr/>
              <p:nvPr/>
            </p:nvGrpSpPr>
            <p:grpSpPr>
              <a:xfrm>
                <a:off x="5605776" y="1630272"/>
                <a:ext cx="582189" cy="675275"/>
                <a:chOff x="5605776" y="1630272"/>
                <a:chExt cx="582189" cy="675275"/>
              </a:xfrm>
            </p:grpSpPr>
            <p:sp>
              <p:nvSpPr>
                <p:cNvPr id="590" name="Google Shape;590;p28"/>
                <p:cNvSpPr/>
                <p:nvPr/>
              </p:nvSpPr>
              <p:spPr>
                <a:xfrm>
                  <a:off x="5790089" y="1630272"/>
                  <a:ext cx="397875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" h="99" extrusionOk="0">
                      <a:moveTo>
                        <a:pt x="0" y="0"/>
                      </a:moveTo>
                      <a:lnTo>
                        <a:pt x="0" y="99"/>
                      </a:lnTo>
                      <a:lnTo>
                        <a:pt x="1713" y="99"/>
                      </a:lnTo>
                      <a:lnTo>
                        <a:pt x="171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28"/>
                <p:cNvSpPr/>
                <p:nvPr/>
              </p:nvSpPr>
              <p:spPr>
                <a:xfrm>
                  <a:off x="5790089" y="1688305"/>
                  <a:ext cx="397875" cy="25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" h="108" extrusionOk="0">
                      <a:moveTo>
                        <a:pt x="0" y="0"/>
                      </a:moveTo>
                      <a:lnTo>
                        <a:pt x="0" y="107"/>
                      </a:lnTo>
                      <a:lnTo>
                        <a:pt x="1713" y="107"/>
                      </a:lnTo>
                      <a:lnTo>
                        <a:pt x="171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28"/>
                <p:cNvSpPr/>
                <p:nvPr/>
              </p:nvSpPr>
              <p:spPr>
                <a:xfrm>
                  <a:off x="5790089" y="1748195"/>
                  <a:ext cx="397875" cy="23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" h="100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1713" y="99"/>
                      </a:lnTo>
                      <a:lnTo>
                        <a:pt x="171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28"/>
                <p:cNvSpPr/>
                <p:nvPr/>
              </p:nvSpPr>
              <p:spPr>
                <a:xfrm>
                  <a:off x="5605776" y="1808318"/>
                  <a:ext cx="582188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2507" y="99"/>
                      </a:lnTo>
                      <a:lnTo>
                        <a:pt x="250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28"/>
                <p:cNvSpPr/>
                <p:nvPr/>
              </p:nvSpPr>
              <p:spPr>
                <a:xfrm>
                  <a:off x="5605776" y="1866351"/>
                  <a:ext cx="582188" cy="25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108" extrusionOk="0">
                      <a:moveTo>
                        <a:pt x="0" y="0"/>
                      </a:moveTo>
                      <a:lnTo>
                        <a:pt x="0" y="107"/>
                      </a:lnTo>
                      <a:lnTo>
                        <a:pt x="2507" y="107"/>
                      </a:lnTo>
                      <a:lnTo>
                        <a:pt x="250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595;p28"/>
                <p:cNvSpPr/>
                <p:nvPr/>
              </p:nvSpPr>
              <p:spPr>
                <a:xfrm>
                  <a:off x="5605776" y="1926474"/>
                  <a:ext cx="582188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2507" y="98"/>
                      </a:lnTo>
                      <a:lnTo>
                        <a:pt x="250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" name="Google Shape;596;p28"/>
                <p:cNvSpPr/>
                <p:nvPr/>
              </p:nvSpPr>
              <p:spPr>
                <a:xfrm>
                  <a:off x="5605776" y="1986364"/>
                  <a:ext cx="582188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2507" y="99"/>
                      </a:lnTo>
                      <a:lnTo>
                        <a:pt x="250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28"/>
                <p:cNvSpPr/>
                <p:nvPr/>
              </p:nvSpPr>
              <p:spPr>
                <a:xfrm>
                  <a:off x="5605776" y="2044397"/>
                  <a:ext cx="582188" cy="25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108" extrusionOk="0">
                      <a:moveTo>
                        <a:pt x="0" y="1"/>
                      </a:moveTo>
                      <a:lnTo>
                        <a:pt x="0" y="108"/>
                      </a:lnTo>
                      <a:lnTo>
                        <a:pt x="2507" y="108"/>
                      </a:lnTo>
                      <a:lnTo>
                        <a:pt x="250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28"/>
                <p:cNvSpPr/>
                <p:nvPr/>
              </p:nvSpPr>
              <p:spPr>
                <a:xfrm>
                  <a:off x="5605776" y="2104520"/>
                  <a:ext cx="582188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2507" y="98"/>
                      </a:lnTo>
                      <a:lnTo>
                        <a:pt x="250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" name="Google Shape;599;p28"/>
                <p:cNvSpPr/>
                <p:nvPr/>
              </p:nvSpPr>
              <p:spPr>
                <a:xfrm>
                  <a:off x="5605776" y="2164642"/>
                  <a:ext cx="582188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2507" y="98"/>
                      </a:lnTo>
                      <a:lnTo>
                        <a:pt x="250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" name="Google Shape;600;p28"/>
                <p:cNvSpPr/>
                <p:nvPr/>
              </p:nvSpPr>
              <p:spPr>
                <a:xfrm>
                  <a:off x="5605776" y="2222443"/>
                  <a:ext cx="582188" cy="25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108" extrusionOk="0">
                      <a:moveTo>
                        <a:pt x="0" y="1"/>
                      </a:moveTo>
                      <a:lnTo>
                        <a:pt x="0" y="108"/>
                      </a:lnTo>
                      <a:lnTo>
                        <a:pt x="2507" y="108"/>
                      </a:lnTo>
                      <a:lnTo>
                        <a:pt x="250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" name="Google Shape;601;p28"/>
                <p:cNvSpPr/>
                <p:nvPr/>
              </p:nvSpPr>
              <p:spPr>
                <a:xfrm>
                  <a:off x="5605776" y="2282565"/>
                  <a:ext cx="582188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2507" y="99"/>
                      </a:lnTo>
                      <a:lnTo>
                        <a:pt x="250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02" name="Google Shape;602;p28"/>
              <p:cNvSpPr/>
              <p:nvPr/>
            </p:nvSpPr>
            <p:spPr>
              <a:xfrm>
                <a:off x="5765251" y="1684127"/>
                <a:ext cx="714736" cy="917620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3953" extrusionOk="0">
                    <a:moveTo>
                      <a:pt x="794" y="0"/>
                    </a:moveTo>
                    <a:lnTo>
                      <a:pt x="0" y="759"/>
                    </a:lnTo>
                    <a:lnTo>
                      <a:pt x="0" y="3952"/>
                    </a:lnTo>
                    <a:lnTo>
                      <a:pt x="3078" y="3952"/>
                    </a:lnTo>
                    <a:lnTo>
                      <a:pt x="307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28"/>
              <p:cNvSpPr/>
              <p:nvPr/>
            </p:nvSpPr>
            <p:spPr>
              <a:xfrm>
                <a:off x="5765251" y="1684127"/>
                <a:ext cx="184545" cy="176189"/>
              </a:xfrm>
              <a:custGeom>
                <a:avLst/>
                <a:gdLst/>
                <a:ahLst/>
                <a:cxnLst/>
                <a:rect l="l" t="t" r="r" b="b"/>
                <a:pathLst>
                  <a:path w="795" h="759" extrusionOk="0">
                    <a:moveTo>
                      <a:pt x="794" y="0"/>
                    </a:moveTo>
                    <a:lnTo>
                      <a:pt x="0" y="759"/>
                    </a:lnTo>
                    <a:lnTo>
                      <a:pt x="794" y="759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04" name="Google Shape;604;p28"/>
              <p:cNvGrpSpPr/>
              <p:nvPr/>
            </p:nvGrpSpPr>
            <p:grpSpPr>
              <a:xfrm>
                <a:off x="5827463" y="1839424"/>
                <a:ext cx="581957" cy="677364"/>
                <a:chOff x="5827463" y="1839424"/>
                <a:chExt cx="581957" cy="677364"/>
              </a:xfrm>
            </p:grpSpPr>
            <p:sp>
              <p:nvSpPr>
                <p:cNvPr id="605" name="Google Shape;605;p28"/>
                <p:cNvSpPr/>
                <p:nvPr/>
              </p:nvSpPr>
              <p:spPr>
                <a:xfrm>
                  <a:off x="6013633" y="1839424"/>
                  <a:ext cx="395786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5" h="99" extrusionOk="0">
                      <a:moveTo>
                        <a:pt x="1" y="0"/>
                      </a:moveTo>
                      <a:lnTo>
                        <a:pt x="1" y="99"/>
                      </a:lnTo>
                      <a:lnTo>
                        <a:pt x="1705" y="99"/>
                      </a:lnTo>
                      <a:lnTo>
                        <a:pt x="170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" name="Google Shape;606;p28"/>
                <p:cNvSpPr/>
                <p:nvPr/>
              </p:nvSpPr>
              <p:spPr>
                <a:xfrm>
                  <a:off x="6013633" y="1897457"/>
                  <a:ext cx="395786" cy="25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5" h="108" extrusionOk="0">
                      <a:moveTo>
                        <a:pt x="1" y="0"/>
                      </a:moveTo>
                      <a:lnTo>
                        <a:pt x="1" y="107"/>
                      </a:lnTo>
                      <a:lnTo>
                        <a:pt x="1705" y="107"/>
                      </a:lnTo>
                      <a:lnTo>
                        <a:pt x="170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" name="Google Shape;607;p28"/>
                <p:cNvSpPr/>
                <p:nvPr/>
              </p:nvSpPr>
              <p:spPr>
                <a:xfrm>
                  <a:off x="6013633" y="1957347"/>
                  <a:ext cx="395786" cy="23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5" h="100" extrusionOk="0">
                      <a:moveTo>
                        <a:pt x="1" y="1"/>
                      </a:moveTo>
                      <a:lnTo>
                        <a:pt x="1" y="99"/>
                      </a:lnTo>
                      <a:lnTo>
                        <a:pt x="1705" y="99"/>
                      </a:lnTo>
                      <a:lnTo>
                        <a:pt x="170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" name="Google Shape;608;p28"/>
                <p:cNvSpPr/>
                <p:nvPr/>
              </p:nvSpPr>
              <p:spPr>
                <a:xfrm>
                  <a:off x="5827463" y="2017470"/>
                  <a:ext cx="581956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7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2507" y="99"/>
                      </a:lnTo>
                      <a:lnTo>
                        <a:pt x="250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" name="Google Shape;609;p28"/>
                <p:cNvSpPr/>
                <p:nvPr/>
              </p:nvSpPr>
              <p:spPr>
                <a:xfrm>
                  <a:off x="5827463" y="2075503"/>
                  <a:ext cx="581956" cy="25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7" h="108" extrusionOk="0">
                      <a:moveTo>
                        <a:pt x="0" y="0"/>
                      </a:moveTo>
                      <a:lnTo>
                        <a:pt x="0" y="107"/>
                      </a:lnTo>
                      <a:lnTo>
                        <a:pt x="2507" y="107"/>
                      </a:lnTo>
                      <a:lnTo>
                        <a:pt x="250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" name="Google Shape;610;p28"/>
                <p:cNvSpPr/>
                <p:nvPr/>
              </p:nvSpPr>
              <p:spPr>
                <a:xfrm>
                  <a:off x="5827463" y="2135625"/>
                  <a:ext cx="581956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7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2507" y="98"/>
                      </a:lnTo>
                      <a:lnTo>
                        <a:pt x="250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" name="Google Shape;611;p28"/>
                <p:cNvSpPr/>
                <p:nvPr/>
              </p:nvSpPr>
              <p:spPr>
                <a:xfrm>
                  <a:off x="5827463" y="2195516"/>
                  <a:ext cx="581956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7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2507" y="99"/>
                      </a:lnTo>
                      <a:lnTo>
                        <a:pt x="250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" name="Google Shape;612;p28"/>
                <p:cNvSpPr/>
                <p:nvPr/>
              </p:nvSpPr>
              <p:spPr>
                <a:xfrm>
                  <a:off x="5827463" y="2253549"/>
                  <a:ext cx="581956" cy="25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7" h="108" extrusionOk="0">
                      <a:moveTo>
                        <a:pt x="0" y="1"/>
                      </a:moveTo>
                      <a:lnTo>
                        <a:pt x="0" y="108"/>
                      </a:lnTo>
                      <a:lnTo>
                        <a:pt x="2507" y="108"/>
                      </a:lnTo>
                      <a:lnTo>
                        <a:pt x="250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" name="Google Shape;613;p28"/>
                <p:cNvSpPr/>
                <p:nvPr/>
              </p:nvSpPr>
              <p:spPr>
                <a:xfrm>
                  <a:off x="5827463" y="2313671"/>
                  <a:ext cx="581956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7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2507" y="98"/>
                      </a:lnTo>
                      <a:lnTo>
                        <a:pt x="250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614;p28"/>
                <p:cNvSpPr/>
                <p:nvPr/>
              </p:nvSpPr>
              <p:spPr>
                <a:xfrm>
                  <a:off x="5827463" y="2373794"/>
                  <a:ext cx="581956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7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2507" y="98"/>
                      </a:lnTo>
                      <a:lnTo>
                        <a:pt x="250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28"/>
                <p:cNvSpPr/>
                <p:nvPr/>
              </p:nvSpPr>
              <p:spPr>
                <a:xfrm>
                  <a:off x="5827463" y="2431595"/>
                  <a:ext cx="581956" cy="25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7" h="108" extrusionOk="0">
                      <a:moveTo>
                        <a:pt x="0" y="1"/>
                      </a:moveTo>
                      <a:lnTo>
                        <a:pt x="0" y="108"/>
                      </a:lnTo>
                      <a:lnTo>
                        <a:pt x="2507" y="108"/>
                      </a:lnTo>
                      <a:lnTo>
                        <a:pt x="250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28"/>
                <p:cNvSpPr/>
                <p:nvPr/>
              </p:nvSpPr>
              <p:spPr>
                <a:xfrm>
                  <a:off x="5827463" y="2491717"/>
                  <a:ext cx="581956" cy="25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7" h="108" extrusionOk="0">
                      <a:moveTo>
                        <a:pt x="0" y="1"/>
                      </a:moveTo>
                      <a:lnTo>
                        <a:pt x="0" y="108"/>
                      </a:lnTo>
                      <a:lnTo>
                        <a:pt x="2507" y="108"/>
                      </a:lnTo>
                      <a:lnTo>
                        <a:pt x="250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17" name="Google Shape;617;p28"/>
              <p:cNvSpPr/>
              <p:nvPr/>
            </p:nvSpPr>
            <p:spPr>
              <a:xfrm>
                <a:off x="5988795" y="1893279"/>
                <a:ext cx="714736" cy="917620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3953" extrusionOk="0">
                    <a:moveTo>
                      <a:pt x="795" y="0"/>
                    </a:moveTo>
                    <a:lnTo>
                      <a:pt x="1" y="759"/>
                    </a:lnTo>
                    <a:lnTo>
                      <a:pt x="1" y="3952"/>
                    </a:lnTo>
                    <a:lnTo>
                      <a:pt x="3079" y="3952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8"/>
              <p:cNvSpPr/>
              <p:nvPr/>
            </p:nvSpPr>
            <p:spPr>
              <a:xfrm>
                <a:off x="5988795" y="1893279"/>
                <a:ext cx="184545" cy="176189"/>
              </a:xfrm>
              <a:custGeom>
                <a:avLst/>
                <a:gdLst/>
                <a:ahLst/>
                <a:cxnLst/>
                <a:rect l="l" t="t" r="r" b="b"/>
                <a:pathLst>
                  <a:path w="795" h="759" extrusionOk="0">
                    <a:moveTo>
                      <a:pt x="795" y="0"/>
                    </a:moveTo>
                    <a:lnTo>
                      <a:pt x="1" y="759"/>
                    </a:lnTo>
                    <a:lnTo>
                      <a:pt x="795" y="759"/>
                    </a:lnTo>
                    <a:lnTo>
                      <a:pt x="79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19" name="Google Shape;619;p28"/>
              <p:cNvGrpSpPr/>
              <p:nvPr/>
            </p:nvGrpSpPr>
            <p:grpSpPr>
              <a:xfrm>
                <a:off x="6051007" y="2048575"/>
                <a:ext cx="582189" cy="677364"/>
                <a:chOff x="6051007" y="2048575"/>
                <a:chExt cx="582189" cy="677364"/>
              </a:xfrm>
            </p:grpSpPr>
            <p:sp>
              <p:nvSpPr>
                <p:cNvPr id="620" name="Google Shape;620;p28"/>
                <p:cNvSpPr/>
                <p:nvPr/>
              </p:nvSpPr>
              <p:spPr>
                <a:xfrm>
                  <a:off x="6235320" y="2048575"/>
                  <a:ext cx="397875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" h="99" extrusionOk="0">
                      <a:moveTo>
                        <a:pt x="0" y="0"/>
                      </a:moveTo>
                      <a:lnTo>
                        <a:pt x="0" y="99"/>
                      </a:lnTo>
                      <a:lnTo>
                        <a:pt x="1713" y="99"/>
                      </a:lnTo>
                      <a:lnTo>
                        <a:pt x="171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" name="Google Shape;621;p28"/>
                <p:cNvSpPr/>
                <p:nvPr/>
              </p:nvSpPr>
              <p:spPr>
                <a:xfrm>
                  <a:off x="6235320" y="2106609"/>
                  <a:ext cx="397875" cy="25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" h="108" extrusionOk="0">
                      <a:moveTo>
                        <a:pt x="0" y="0"/>
                      </a:moveTo>
                      <a:lnTo>
                        <a:pt x="0" y="107"/>
                      </a:lnTo>
                      <a:lnTo>
                        <a:pt x="1713" y="107"/>
                      </a:lnTo>
                      <a:lnTo>
                        <a:pt x="171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" name="Google Shape;622;p28"/>
                <p:cNvSpPr/>
                <p:nvPr/>
              </p:nvSpPr>
              <p:spPr>
                <a:xfrm>
                  <a:off x="6235320" y="2166499"/>
                  <a:ext cx="397875" cy="23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" h="100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1713" y="99"/>
                      </a:lnTo>
                      <a:lnTo>
                        <a:pt x="171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" name="Google Shape;623;p28"/>
                <p:cNvSpPr/>
                <p:nvPr/>
              </p:nvSpPr>
              <p:spPr>
                <a:xfrm>
                  <a:off x="6051007" y="2226621"/>
                  <a:ext cx="582188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2507" y="99"/>
                      </a:lnTo>
                      <a:lnTo>
                        <a:pt x="250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" name="Google Shape;624;p28"/>
                <p:cNvSpPr/>
                <p:nvPr/>
              </p:nvSpPr>
              <p:spPr>
                <a:xfrm>
                  <a:off x="6051007" y="2284655"/>
                  <a:ext cx="582188" cy="25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108" extrusionOk="0">
                      <a:moveTo>
                        <a:pt x="0" y="0"/>
                      </a:moveTo>
                      <a:lnTo>
                        <a:pt x="0" y="108"/>
                      </a:lnTo>
                      <a:lnTo>
                        <a:pt x="2507" y="108"/>
                      </a:lnTo>
                      <a:lnTo>
                        <a:pt x="250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" name="Google Shape;625;p28"/>
                <p:cNvSpPr/>
                <p:nvPr/>
              </p:nvSpPr>
              <p:spPr>
                <a:xfrm>
                  <a:off x="6051007" y="2344777"/>
                  <a:ext cx="582188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2507" y="98"/>
                      </a:lnTo>
                      <a:lnTo>
                        <a:pt x="250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28"/>
                <p:cNvSpPr/>
                <p:nvPr/>
              </p:nvSpPr>
              <p:spPr>
                <a:xfrm>
                  <a:off x="6051007" y="2404667"/>
                  <a:ext cx="582188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99" extrusionOk="0">
                      <a:moveTo>
                        <a:pt x="0" y="1"/>
                      </a:moveTo>
                      <a:lnTo>
                        <a:pt x="0" y="99"/>
                      </a:lnTo>
                      <a:lnTo>
                        <a:pt x="2507" y="99"/>
                      </a:lnTo>
                      <a:lnTo>
                        <a:pt x="250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627;p28"/>
                <p:cNvSpPr/>
                <p:nvPr/>
              </p:nvSpPr>
              <p:spPr>
                <a:xfrm>
                  <a:off x="6051007" y="2462701"/>
                  <a:ext cx="582188" cy="25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108" extrusionOk="0">
                      <a:moveTo>
                        <a:pt x="0" y="1"/>
                      </a:moveTo>
                      <a:lnTo>
                        <a:pt x="0" y="108"/>
                      </a:lnTo>
                      <a:lnTo>
                        <a:pt x="2507" y="108"/>
                      </a:lnTo>
                      <a:lnTo>
                        <a:pt x="250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" name="Google Shape;628;p28"/>
                <p:cNvSpPr/>
                <p:nvPr/>
              </p:nvSpPr>
              <p:spPr>
                <a:xfrm>
                  <a:off x="6051007" y="2522823"/>
                  <a:ext cx="582188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2507" y="98"/>
                      </a:lnTo>
                      <a:lnTo>
                        <a:pt x="250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629;p28"/>
                <p:cNvSpPr/>
                <p:nvPr/>
              </p:nvSpPr>
              <p:spPr>
                <a:xfrm>
                  <a:off x="6051007" y="2582945"/>
                  <a:ext cx="582188" cy="22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99" extrusionOk="0">
                      <a:moveTo>
                        <a:pt x="0" y="0"/>
                      </a:moveTo>
                      <a:lnTo>
                        <a:pt x="0" y="98"/>
                      </a:lnTo>
                      <a:lnTo>
                        <a:pt x="2507" y="98"/>
                      </a:lnTo>
                      <a:lnTo>
                        <a:pt x="250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28"/>
                <p:cNvSpPr/>
                <p:nvPr/>
              </p:nvSpPr>
              <p:spPr>
                <a:xfrm>
                  <a:off x="6051007" y="2640747"/>
                  <a:ext cx="582188" cy="25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108" extrusionOk="0">
                      <a:moveTo>
                        <a:pt x="0" y="1"/>
                      </a:moveTo>
                      <a:lnTo>
                        <a:pt x="0" y="108"/>
                      </a:lnTo>
                      <a:lnTo>
                        <a:pt x="2507" y="108"/>
                      </a:lnTo>
                      <a:lnTo>
                        <a:pt x="250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28"/>
                <p:cNvSpPr/>
                <p:nvPr/>
              </p:nvSpPr>
              <p:spPr>
                <a:xfrm>
                  <a:off x="6051007" y="2700869"/>
                  <a:ext cx="582188" cy="25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108" extrusionOk="0">
                      <a:moveTo>
                        <a:pt x="0" y="1"/>
                      </a:moveTo>
                      <a:lnTo>
                        <a:pt x="0" y="108"/>
                      </a:lnTo>
                      <a:lnTo>
                        <a:pt x="2507" y="108"/>
                      </a:lnTo>
                      <a:lnTo>
                        <a:pt x="250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32" name="Google Shape;632;p28"/>
            <p:cNvGrpSpPr/>
            <p:nvPr/>
          </p:nvGrpSpPr>
          <p:grpSpPr>
            <a:xfrm>
              <a:off x="6757015" y="3357036"/>
              <a:ext cx="668413" cy="485741"/>
              <a:chOff x="2800682" y="1686943"/>
              <a:chExt cx="464724" cy="337719"/>
            </a:xfrm>
          </p:grpSpPr>
          <p:sp>
            <p:nvSpPr>
              <p:cNvPr id="633" name="Google Shape;633;p28"/>
              <p:cNvSpPr/>
              <p:nvPr/>
            </p:nvSpPr>
            <p:spPr>
              <a:xfrm>
                <a:off x="2802471" y="1689527"/>
                <a:ext cx="456674" cy="332650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47" extrusionOk="0">
                    <a:moveTo>
                      <a:pt x="2338" y="1"/>
                    </a:moveTo>
                    <a:cubicBezTo>
                      <a:pt x="1089" y="1"/>
                      <a:pt x="81" y="750"/>
                      <a:pt x="81" y="1678"/>
                    </a:cubicBezTo>
                    <a:cubicBezTo>
                      <a:pt x="81" y="1937"/>
                      <a:pt x="161" y="2187"/>
                      <a:pt x="304" y="2401"/>
                    </a:cubicBezTo>
                    <a:lnTo>
                      <a:pt x="1" y="3079"/>
                    </a:lnTo>
                    <a:lnTo>
                      <a:pt x="777" y="2882"/>
                    </a:lnTo>
                    <a:cubicBezTo>
                      <a:pt x="1228" y="3186"/>
                      <a:pt x="1756" y="3347"/>
                      <a:pt x="2294" y="3347"/>
                    </a:cubicBezTo>
                    <a:cubicBezTo>
                      <a:pt x="2309" y="3347"/>
                      <a:pt x="2323" y="3347"/>
                      <a:pt x="2338" y="3346"/>
                    </a:cubicBezTo>
                    <a:cubicBezTo>
                      <a:pt x="3587" y="3346"/>
                      <a:pt x="4595" y="2597"/>
                      <a:pt x="4595" y="1678"/>
                    </a:cubicBezTo>
                    <a:cubicBezTo>
                      <a:pt x="4595" y="750"/>
                      <a:pt x="3587" y="1"/>
                      <a:pt x="23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28"/>
              <p:cNvSpPr/>
              <p:nvPr/>
            </p:nvSpPr>
            <p:spPr>
              <a:xfrm>
                <a:off x="2800682" y="1686943"/>
                <a:ext cx="464724" cy="337719"/>
              </a:xfrm>
              <a:custGeom>
                <a:avLst/>
                <a:gdLst/>
                <a:ahLst/>
                <a:cxnLst/>
                <a:rect l="l" t="t" r="r" b="b"/>
                <a:pathLst>
                  <a:path w="4676" h="3398" extrusionOk="0">
                    <a:moveTo>
                      <a:pt x="2386" y="0"/>
                    </a:moveTo>
                    <a:cubicBezTo>
                      <a:pt x="2308" y="0"/>
                      <a:pt x="2230" y="3"/>
                      <a:pt x="2151" y="9"/>
                    </a:cubicBezTo>
                    <a:cubicBezTo>
                      <a:pt x="1901" y="27"/>
                      <a:pt x="1660" y="72"/>
                      <a:pt x="1428" y="152"/>
                    </a:cubicBezTo>
                    <a:cubicBezTo>
                      <a:pt x="1187" y="232"/>
                      <a:pt x="964" y="339"/>
                      <a:pt x="768" y="491"/>
                    </a:cubicBezTo>
                    <a:cubicBezTo>
                      <a:pt x="563" y="634"/>
                      <a:pt x="393" y="821"/>
                      <a:pt x="268" y="1026"/>
                    </a:cubicBezTo>
                    <a:cubicBezTo>
                      <a:pt x="10" y="1463"/>
                      <a:pt x="36" y="2016"/>
                      <a:pt x="322" y="2427"/>
                    </a:cubicBezTo>
                    <a:cubicBezTo>
                      <a:pt x="188" y="2222"/>
                      <a:pt x="117" y="1990"/>
                      <a:pt x="108" y="1740"/>
                    </a:cubicBezTo>
                    <a:cubicBezTo>
                      <a:pt x="99" y="1499"/>
                      <a:pt x="170" y="1258"/>
                      <a:pt x="295" y="1053"/>
                    </a:cubicBezTo>
                    <a:cubicBezTo>
                      <a:pt x="420" y="839"/>
                      <a:pt x="590" y="660"/>
                      <a:pt x="795" y="527"/>
                    </a:cubicBezTo>
                    <a:cubicBezTo>
                      <a:pt x="991" y="384"/>
                      <a:pt x="1205" y="277"/>
                      <a:pt x="1437" y="196"/>
                    </a:cubicBezTo>
                    <a:cubicBezTo>
                      <a:pt x="1669" y="125"/>
                      <a:pt x="1910" y="80"/>
                      <a:pt x="2151" y="63"/>
                    </a:cubicBezTo>
                    <a:cubicBezTo>
                      <a:pt x="2205" y="61"/>
                      <a:pt x="2259" y="60"/>
                      <a:pt x="2313" y="60"/>
                    </a:cubicBezTo>
                    <a:cubicBezTo>
                      <a:pt x="2500" y="60"/>
                      <a:pt x="2687" y="73"/>
                      <a:pt x="2873" y="107"/>
                    </a:cubicBezTo>
                    <a:cubicBezTo>
                      <a:pt x="3114" y="143"/>
                      <a:pt x="3346" y="223"/>
                      <a:pt x="3560" y="321"/>
                    </a:cubicBezTo>
                    <a:cubicBezTo>
                      <a:pt x="3783" y="428"/>
                      <a:pt x="3980" y="562"/>
                      <a:pt x="4149" y="732"/>
                    </a:cubicBezTo>
                    <a:cubicBezTo>
                      <a:pt x="4328" y="901"/>
                      <a:pt x="4452" y="1106"/>
                      <a:pt x="4524" y="1338"/>
                    </a:cubicBezTo>
                    <a:cubicBezTo>
                      <a:pt x="4604" y="1561"/>
                      <a:pt x="4604" y="1811"/>
                      <a:pt x="4533" y="2034"/>
                    </a:cubicBezTo>
                    <a:cubicBezTo>
                      <a:pt x="4470" y="2266"/>
                      <a:pt x="4345" y="2480"/>
                      <a:pt x="4176" y="2650"/>
                    </a:cubicBezTo>
                    <a:cubicBezTo>
                      <a:pt x="4006" y="2819"/>
                      <a:pt x="3810" y="2962"/>
                      <a:pt x="3587" y="3069"/>
                    </a:cubicBezTo>
                    <a:cubicBezTo>
                      <a:pt x="3373" y="3167"/>
                      <a:pt x="3141" y="3247"/>
                      <a:pt x="2900" y="3292"/>
                    </a:cubicBezTo>
                    <a:cubicBezTo>
                      <a:pt x="2721" y="3325"/>
                      <a:pt x="2543" y="3343"/>
                      <a:pt x="2364" y="3343"/>
                    </a:cubicBezTo>
                    <a:cubicBezTo>
                      <a:pt x="2302" y="3343"/>
                      <a:pt x="2240" y="3341"/>
                      <a:pt x="2178" y="3337"/>
                    </a:cubicBezTo>
                    <a:cubicBezTo>
                      <a:pt x="1687" y="3319"/>
                      <a:pt x="1214" y="3167"/>
                      <a:pt x="813" y="2900"/>
                    </a:cubicBezTo>
                    <a:lnTo>
                      <a:pt x="804" y="2891"/>
                    </a:lnTo>
                    <a:lnTo>
                      <a:pt x="795" y="2891"/>
                    </a:lnTo>
                    <a:lnTo>
                      <a:pt x="37" y="3091"/>
                    </a:lnTo>
                    <a:lnTo>
                      <a:pt x="37" y="3091"/>
                    </a:lnTo>
                    <a:lnTo>
                      <a:pt x="322" y="2427"/>
                    </a:lnTo>
                    <a:lnTo>
                      <a:pt x="10" y="3105"/>
                    </a:lnTo>
                    <a:lnTo>
                      <a:pt x="1" y="3114"/>
                    </a:lnTo>
                    <a:lnTo>
                      <a:pt x="19" y="3114"/>
                    </a:lnTo>
                    <a:lnTo>
                      <a:pt x="27" y="3112"/>
                    </a:lnTo>
                    <a:lnTo>
                      <a:pt x="27" y="3112"/>
                    </a:lnTo>
                    <a:lnTo>
                      <a:pt x="28" y="3114"/>
                    </a:lnTo>
                    <a:lnTo>
                      <a:pt x="29" y="3111"/>
                    </a:lnTo>
                    <a:lnTo>
                      <a:pt x="29" y="3111"/>
                    </a:lnTo>
                    <a:lnTo>
                      <a:pt x="791" y="2929"/>
                    </a:lnTo>
                    <a:lnTo>
                      <a:pt x="791" y="2929"/>
                    </a:lnTo>
                    <a:cubicBezTo>
                      <a:pt x="1200" y="3204"/>
                      <a:pt x="1680" y="3364"/>
                      <a:pt x="2178" y="3390"/>
                    </a:cubicBezTo>
                    <a:cubicBezTo>
                      <a:pt x="2248" y="3395"/>
                      <a:pt x="2318" y="3398"/>
                      <a:pt x="2388" y="3398"/>
                    </a:cubicBezTo>
                    <a:cubicBezTo>
                      <a:pt x="2810" y="3398"/>
                      <a:pt x="3233" y="3306"/>
                      <a:pt x="3623" y="3123"/>
                    </a:cubicBezTo>
                    <a:cubicBezTo>
                      <a:pt x="3846" y="3015"/>
                      <a:pt x="4051" y="2873"/>
                      <a:pt x="4220" y="2694"/>
                    </a:cubicBezTo>
                    <a:cubicBezTo>
                      <a:pt x="4399" y="2516"/>
                      <a:pt x="4533" y="2302"/>
                      <a:pt x="4604" y="2061"/>
                    </a:cubicBezTo>
                    <a:cubicBezTo>
                      <a:pt x="4675" y="1820"/>
                      <a:pt x="4675" y="1561"/>
                      <a:pt x="4604" y="1312"/>
                    </a:cubicBezTo>
                    <a:cubicBezTo>
                      <a:pt x="4524" y="1080"/>
                      <a:pt x="4390" y="857"/>
                      <a:pt x="4203" y="687"/>
                    </a:cubicBezTo>
                    <a:cubicBezTo>
                      <a:pt x="4024" y="509"/>
                      <a:pt x="3819" y="366"/>
                      <a:pt x="3596" y="259"/>
                    </a:cubicBezTo>
                    <a:cubicBezTo>
                      <a:pt x="3373" y="161"/>
                      <a:pt x="3132" y="80"/>
                      <a:pt x="2891" y="45"/>
                    </a:cubicBezTo>
                    <a:cubicBezTo>
                      <a:pt x="2721" y="14"/>
                      <a:pt x="2554" y="0"/>
                      <a:pt x="23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8"/>
              <p:cNvSpPr/>
              <p:nvPr/>
            </p:nvSpPr>
            <p:spPr>
              <a:xfrm>
                <a:off x="3116322" y="1832342"/>
                <a:ext cx="46214" cy="4711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74" extrusionOk="0">
                    <a:moveTo>
                      <a:pt x="233" y="0"/>
                    </a:moveTo>
                    <a:cubicBezTo>
                      <a:pt x="108" y="0"/>
                      <a:pt x="1" y="107"/>
                      <a:pt x="1" y="241"/>
                    </a:cubicBezTo>
                    <a:cubicBezTo>
                      <a:pt x="1" y="366"/>
                      <a:pt x="99" y="473"/>
                      <a:pt x="233" y="473"/>
                    </a:cubicBezTo>
                    <a:cubicBezTo>
                      <a:pt x="366" y="473"/>
                      <a:pt x="465" y="366"/>
                      <a:pt x="465" y="241"/>
                    </a:cubicBezTo>
                    <a:cubicBezTo>
                      <a:pt x="465" y="107"/>
                      <a:pt x="366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28"/>
              <p:cNvSpPr/>
              <p:nvPr/>
            </p:nvSpPr>
            <p:spPr>
              <a:xfrm>
                <a:off x="3011771" y="1832342"/>
                <a:ext cx="47009" cy="47110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241" y="0"/>
                    </a:moveTo>
                    <a:cubicBezTo>
                      <a:pt x="107" y="0"/>
                      <a:pt x="0" y="107"/>
                      <a:pt x="0" y="241"/>
                    </a:cubicBezTo>
                    <a:cubicBezTo>
                      <a:pt x="0" y="366"/>
                      <a:pt x="107" y="473"/>
                      <a:pt x="241" y="473"/>
                    </a:cubicBezTo>
                    <a:cubicBezTo>
                      <a:pt x="366" y="473"/>
                      <a:pt x="473" y="366"/>
                      <a:pt x="473" y="241"/>
                    </a:cubicBezTo>
                    <a:cubicBezTo>
                      <a:pt x="473" y="107"/>
                      <a:pt x="366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28"/>
              <p:cNvSpPr/>
              <p:nvPr/>
            </p:nvSpPr>
            <p:spPr>
              <a:xfrm>
                <a:off x="2908015" y="1832342"/>
                <a:ext cx="46214" cy="4711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74" extrusionOk="0">
                    <a:moveTo>
                      <a:pt x="232" y="0"/>
                    </a:moveTo>
                    <a:cubicBezTo>
                      <a:pt x="107" y="0"/>
                      <a:pt x="0" y="107"/>
                      <a:pt x="0" y="241"/>
                    </a:cubicBezTo>
                    <a:cubicBezTo>
                      <a:pt x="0" y="366"/>
                      <a:pt x="98" y="473"/>
                      <a:pt x="232" y="473"/>
                    </a:cubicBezTo>
                    <a:cubicBezTo>
                      <a:pt x="366" y="473"/>
                      <a:pt x="464" y="366"/>
                      <a:pt x="464" y="241"/>
                    </a:cubicBezTo>
                    <a:cubicBezTo>
                      <a:pt x="464" y="107"/>
                      <a:pt x="366" y="0"/>
                      <a:pt x="2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300" y="795338"/>
            <a:ext cx="6429375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3610500" cy="33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Java Script</a:t>
            </a:r>
            <a:endParaRPr sz="9600">
              <a:solidFill>
                <a:schemeClr val="accent2"/>
              </a:solidFill>
            </a:endParaRPr>
          </a:p>
        </p:txBody>
      </p:sp>
      <p:grpSp>
        <p:nvGrpSpPr>
          <p:cNvPr id="648" name="Google Shape;648;p30"/>
          <p:cNvGrpSpPr/>
          <p:nvPr/>
        </p:nvGrpSpPr>
        <p:grpSpPr>
          <a:xfrm>
            <a:off x="4170617" y="2308494"/>
            <a:ext cx="4260119" cy="2295406"/>
            <a:chOff x="4170534" y="2353339"/>
            <a:chExt cx="4079402" cy="2198033"/>
          </a:xfrm>
        </p:grpSpPr>
        <p:grpSp>
          <p:nvGrpSpPr>
            <p:cNvPr id="649" name="Google Shape;649;p30"/>
            <p:cNvGrpSpPr/>
            <p:nvPr/>
          </p:nvGrpSpPr>
          <p:grpSpPr>
            <a:xfrm>
              <a:off x="4838447" y="2353339"/>
              <a:ext cx="2414642" cy="1523784"/>
              <a:chOff x="5188173" y="2699899"/>
              <a:chExt cx="1769228" cy="1116489"/>
            </a:xfrm>
          </p:grpSpPr>
          <p:sp>
            <p:nvSpPr>
              <p:cNvPr id="650" name="Google Shape;650;p30"/>
              <p:cNvSpPr/>
              <p:nvPr/>
            </p:nvSpPr>
            <p:spPr>
              <a:xfrm>
                <a:off x="5188173" y="2699899"/>
                <a:ext cx="1769228" cy="1116489"/>
              </a:xfrm>
              <a:custGeom>
                <a:avLst/>
                <a:gdLst/>
                <a:ahLst/>
                <a:cxnLst/>
                <a:rect l="l" t="t" r="r" b="b"/>
                <a:pathLst>
                  <a:path w="16853" h="10635" extrusionOk="0">
                    <a:moveTo>
                      <a:pt x="1" y="1"/>
                    </a:moveTo>
                    <a:lnTo>
                      <a:pt x="1" y="10634"/>
                    </a:lnTo>
                    <a:lnTo>
                      <a:pt x="16853" y="10634"/>
                    </a:lnTo>
                    <a:lnTo>
                      <a:pt x="1685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0"/>
              <p:cNvSpPr/>
              <p:nvPr/>
            </p:nvSpPr>
            <p:spPr>
              <a:xfrm>
                <a:off x="5188173" y="2699899"/>
                <a:ext cx="1769228" cy="98474"/>
              </a:xfrm>
              <a:custGeom>
                <a:avLst/>
                <a:gdLst/>
                <a:ahLst/>
                <a:cxnLst/>
                <a:rect l="l" t="t" r="r" b="b"/>
                <a:pathLst>
                  <a:path w="16853" h="938" extrusionOk="0">
                    <a:moveTo>
                      <a:pt x="1" y="1"/>
                    </a:moveTo>
                    <a:lnTo>
                      <a:pt x="1" y="937"/>
                    </a:lnTo>
                    <a:lnTo>
                      <a:pt x="16853" y="937"/>
                    </a:lnTo>
                    <a:lnTo>
                      <a:pt x="1685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0"/>
              <p:cNvSpPr/>
              <p:nvPr/>
            </p:nvSpPr>
            <p:spPr>
              <a:xfrm>
                <a:off x="5230373" y="2725199"/>
                <a:ext cx="49761" cy="49762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241" y="0"/>
                    </a:moveTo>
                    <a:cubicBezTo>
                      <a:pt x="107" y="0"/>
                      <a:pt x="0" y="108"/>
                      <a:pt x="0" y="241"/>
                    </a:cubicBezTo>
                    <a:cubicBezTo>
                      <a:pt x="0" y="366"/>
                      <a:pt x="107" y="473"/>
                      <a:pt x="241" y="473"/>
                    </a:cubicBezTo>
                    <a:cubicBezTo>
                      <a:pt x="366" y="473"/>
                      <a:pt x="473" y="366"/>
                      <a:pt x="473" y="241"/>
                    </a:cubicBezTo>
                    <a:cubicBezTo>
                      <a:pt x="473" y="108"/>
                      <a:pt x="366" y="0"/>
                      <a:pt x="2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0"/>
              <p:cNvSpPr/>
              <p:nvPr/>
            </p:nvSpPr>
            <p:spPr>
              <a:xfrm>
                <a:off x="5332411" y="2725199"/>
                <a:ext cx="48816" cy="49762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74" extrusionOk="0">
                    <a:moveTo>
                      <a:pt x="233" y="0"/>
                    </a:moveTo>
                    <a:cubicBezTo>
                      <a:pt x="99" y="0"/>
                      <a:pt x="1" y="108"/>
                      <a:pt x="1" y="241"/>
                    </a:cubicBezTo>
                    <a:cubicBezTo>
                      <a:pt x="1" y="366"/>
                      <a:pt x="99" y="473"/>
                      <a:pt x="233" y="473"/>
                    </a:cubicBezTo>
                    <a:cubicBezTo>
                      <a:pt x="366" y="473"/>
                      <a:pt x="465" y="366"/>
                      <a:pt x="465" y="241"/>
                    </a:cubicBezTo>
                    <a:cubicBezTo>
                      <a:pt x="465" y="108"/>
                      <a:pt x="366" y="0"/>
                      <a:pt x="2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0"/>
              <p:cNvSpPr/>
              <p:nvPr/>
            </p:nvSpPr>
            <p:spPr>
              <a:xfrm>
                <a:off x="5432664" y="2725199"/>
                <a:ext cx="49761" cy="49762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241" y="0"/>
                    </a:moveTo>
                    <a:cubicBezTo>
                      <a:pt x="107" y="0"/>
                      <a:pt x="0" y="108"/>
                      <a:pt x="0" y="241"/>
                    </a:cubicBezTo>
                    <a:cubicBezTo>
                      <a:pt x="0" y="366"/>
                      <a:pt x="107" y="473"/>
                      <a:pt x="241" y="473"/>
                    </a:cubicBezTo>
                    <a:cubicBezTo>
                      <a:pt x="366" y="473"/>
                      <a:pt x="473" y="366"/>
                      <a:pt x="473" y="241"/>
                    </a:cubicBezTo>
                    <a:cubicBezTo>
                      <a:pt x="473" y="108"/>
                      <a:pt x="366" y="0"/>
                      <a:pt x="2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30"/>
              <p:cNvSpPr/>
              <p:nvPr/>
            </p:nvSpPr>
            <p:spPr>
              <a:xfrm>
                <a:off x="5293990" y="2993943"/>
                <a:ext cx="52595" cy="19842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89" extrusionOk="0">
                    <a:moveTo>
                      <a:pt x="1" y="1"/>
                    </a:moveTo>
                    <a:lnTo>
                      <a:pt x="1" y="188"/>
                    </a:lnTo>
                    <a:lnTo>
                      <a:pt x="501" y="188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0"/>
              <p:cNvSpPr/>
              <p:nvPr/>
            </p:nvSpPr>
            <p:spPr>
              <a:xfrm>
                <a:off x="5384900" y="2993943"/>
                <a:ext cx="848553" cy="19842"/>
              </a:xfrm>
              <a:custGeom>
                <a:avLst/>
                <a:gdLst/>
                <a:ahLst/>
                <a:cxnLst/>
                <a:rect l="l" t="t" r="r" b="b"/>
                <a:pathLst>
                  <a:path w="8083" h="189" extrusionOk="0">
                    <a:moveTo>
                      <a:pt x="0" y="1"/>
                    </a:moveTo>
                    <a:lnTo>
                      <a:pt x="0" y="188"/>
                    </a:lnTo>
                    <a:lnTo>
                      <a:pt x="8083" y="188"/>
                    </a:lnTo>
                    <a:lnTo>
                      <a:pt x="80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0"/>
              <p:cNvSpPr/>
              <p:nvPr/>
            </p:nvSpPr>
            <p:spPr>
              <a:xfrm>
                <a:off x="6425329" y="3251559"/>
                <a:ext cx="100361" cy="18792"/>
              </a:xfrm>
              <a:custGeom>
                <a:avLst/>
                <a:gdLst/>
                <a:ahLst/>
                <a:cxnLst/>
                <a:rect l="l" t="t" r="r" b="b"/>
                <a:pathLst>
                  <a:path w="956" h="179" extrusionOk="0">
                    <a:moveTo>
                      <a:pt x="1" y="0"/>
                    </a:moveTo>
                    <a:lnTo>
                      <a:pt x="1" y="178"/>
                    </a:lnTo>
                    <a:lnTo>
                      <a:pt x="955" y="17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0"/>
              <p:cNvSpPr/>
              <p:nvPr/>
            </p:nvSpPr>
            <p:spPr>
              <a:xfrm>
                <a:off x="5346478" y="3045487"/>
                <a:ext cx="52595" cy="19737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88" extrusionOk="0">
                    <a:moveTo>
                      <a:pt x="1" y="0"/>
                    </a:moveTo>
                    <a:lnTo>
                      <a:pt x="1" y="188"/>
                    </a:lnTo>
                    <a:lnTo>
                      <a:pt x="500" y="188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0"/>
              <p:cNvSpPr/>
              <p:nvPr/>
            </p:nvSpPr>
            <p:spPr>
              <a:xfrm>
                <a:off x="5855933" y="3045487"/>
                <a:ext cx="498340" cy="19737"/>
              </a:xfrm>
              <a:custGeom>
                <a:avLst/>
                <a:gdLst/>
                <a:ahLst/>
                <a:cxnLst/>
                <a:rect l="l" t="t" r="r" b="b"/>
                <a:pathLst>
                  <a:path w="4747" h="188" extrusionOk="0">
                    <a:moveTo>
                      <a:pt x="1" y="0"/>
                    </a:moveTo>
                    <a:lnTo>
                      <a:pt x="1" y="188"/>
                    </a:lnTo>
                    <a:lnTo>
                      <a:pt x="4747" y="188"/>
                    </a:lnTo>
                    <a:lnTo>
                      <a:pt x="474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0"/>
              <p:cNvSpPr/>
              <p:nvPr/>
            </p:nvSpPr>
            <p:spPr>
              <a:xfrm>
                <a:off x="6583634" y="3097031"/>
                <a:ext cx="170488" cy="18792"/>
              </a:xfrm>
              <a:custGeom>
                <a:avLst/>
                <a:gdLst/>
                <a:ahLst/>
                <a:cxnLst/>
                <a:rect l="l" t="t" r="r" b="b"/>
                <a:pathLst>
                  <a:path w="1624" h="179" extrusionOk="0">
                    <a:moveTo>
                      <a:pt x="0" y="0"/>
                    </a:moveTo>
                    <a:lnTo>
                      <a:pt x="0" y="179"/>
                    </a:lnTo>
                    <a:lnTo>
                      <a:pt x="1624" y="179"/>
                    </a:lnTo>
                    <a:lnTo>
                      <a:pt x="16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0"/>
              <p:cNvSpPr/>
              <p:nvPr/>
            </p:nvSpPr>
            <p:spPr>
              <a:xfrm>
                <a:off x="5346478" y="3097031"/>
                <a:ext cx="52595" cy="18792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79" extrusionOk="0">
                    <a:moveTo>
                      <a:pt x="1" y="0"/>
                    </a:moveTo>
                    <a:lnTo>
                      <a:pt x="1" y="179"/>
                    </a:lnTo>
                    <a:lnTo>
                      <a:pt x="500" y="179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0"/>
              <p:cNvSpPr/>
              <p:nvPr/>
            </p:nvSpPr>
            <p:spPr>
              <a:xfrm>
                <a:off x="5384900" y="3148471"/>
                <a:ext cx="310111" cy="18897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80" extrusionOk="0">
                    <a:moveTo>
                      <a:pt x="0" y="1"/>
                    </a:moveTo>
                    <a:lnTo>
                      <a:pt x="0" y="179"/>
                    </a:lnTo>
                    <a:lnTo>
                      <a:pt x="2953" y="179"/>
                    </a:lnTo>
                    <a:lnTo>
                      <a:pt x="29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0"/>
              <p:cNvSpPr/>
              <p:nvPr/>
            </p:nvSpPr>
            <p:spPr>
              <a:xfrm>
                <a:off x="5435499" y="3302054"/>
                <a:ext cx="310951" cy="19842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89" extrusionOk="0">
                    <a:moveTo>
                      <a:pt x="0" y="1"/>
                    </a:moveTo>
                    <a:lnTo>
                      <a:pt x="0" y="188"/>
                    </a:lnTo>
                    <a:lnTo>
                      <a:pt x="2962" y="188"/>
                    </a:lnTo>
                    <a:lnTo>
                      <a:pt x="296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0"/>
              <p:cNvSpPr/>
              <p:nvPr/>
            </p:nvSpPr>
            <p:spPr>
              <a:xfrm>
                <a:off x="5716418" y="3353598"/>
                <a:ext cx="517971" cy="19737"/>
              </a:xfrm>
              <a:custGeom>
                <a:avLst/>
                <a:gdLst/>
                <a:ahLst/>
                <a:cxnLst/>
                <a:rect l="l" t="t" r="r" b="b"/>
                <a:pathLst>
                  <a:path w="4934" h="188" extrusionOk="0">
                    <a:moveTo>
                      <a:pt x="0" y="0"/>
                    </a:moveTo>
                    <a:lnTo>
                      <a:pt x="0" y="188"/>
                    </a:lnTo>
                    <a:lnTo>
                      <a:pt x="4934" y="188"/>
                    </a:lnTo>
                    <a:lnTo>
                      <a:pt x="49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0"/>
              <p:cNvSpPr/>
              <p:nvPr/>
            </p:nvSpPr>
            <p:spPr>
              <a:xfrm>
                <a:off x="5783813" y="3200015"/>
                <a:ext cx="581694" cy="18792"/>
              </a:xfrm>
              <a:custGeom>
                <a:avLst/>
                <a:gdLst/>
                <a:ahLst/>
                <a:cxnLst/>
                <a:rect l="l" t="t" r="r" b="b"/>
                <a:pathLst>
                  <a:path w="5541" h="179" extrusionOk="0">
                    <a:moveTo>
                      <a:pt x="1" y="0"/>
                    </a:moveTo>
                    <a:lnTo>
                      <a:pt x="1" y="179"/>
                    </a:lnTo>
                    <a:lnTo>
                      <a:pt x="5541" y="179"/>
                    </a:lnTo>
                    <a:lnTo>
                      <a:pt x="55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0"/>
              <p:cNvSpPr/>
              <p:nvPr/>
            </p:nvSpPr>
            <p:spPr>
              <a:xfrm>
                <a:off x="5293990" y="3200015"/>
                <a:ext cx="52595" cy="18792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79" extrusionOk="0">
                    <a:moveTo>
                      <a:pt x="1" y="0"/>
                    </a:moveTo>
                    <a:lnTo>
                      <a:pt x="1" y="179"/>
                    </a:lnTo>
                    <a:lnTo>
                      <a:pt x="501" y="179"/>
                    </a:lnTo>
                    <a:lnTo>
                      <a:pt x="50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0"/>
              <p:cNvSpPr/>
              <p:nvPr/>
            </p:nvSpPr>
            <p:spPr>
              <a:xfrm>
                <a:off x="5293990" y="3251559"/>
                <a:ext cx="52595" cy="18792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79" extrusionOk="0">
                    <a:moveTo>
                      <a:pt x="1" y="0"/>
                    </a:moveTo>
                    <a:lnTo>
                      <a:pt x="1" y="178"/>
                    </a:lnTo>
                    <a:lnTo>
                      <a:pt x="501" y="178"/>
                    </a:lnTo>
                    <a:lnTo>
                      <a:pt x="50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0"/>
              <p:cNvSpPr/>
              <p:nvPr/>
            </p:nvSpPr>
            <p:spPr>
              <a:xfrm>
                <a:off x="5346478" y="3353598"/>
                <a:ext cx="52595" cy="19737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88" extrusionOk="0">
                    <a:moveTo>
                      <a:pt x="1" y="0"/>
                    </a:moveTo>
                    <a:lnTo>
                      <a:pt x="1" y="188"/>
                    </a:lnTo>
                    <a:lnTo>
                      <a:pt x="500" y="188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0"/>
              <p:cNvSpPr/>
              <p:nvPr/>
            </p:nvSpPr>
            <p:spPr>
              <a:xfrm>
                <a:off x="5293990" y="3396639"/>
                <a:ext cx="52595" cy="19842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89" extrusionOk="0">
                    <a:moveTo>
                      <a:pt x="1" y="1"/>
                    </a:moveTo>
                    <a:lnTo>
                      <a:pt x="1" y="188"/>
                    </a:lnTo>
                    <a:lnTo>
                      <a:pt x="501" y="188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0"/>
              <p:cNvSpPr/>
              <p:nvPr/>
            </p:nvSpPr>
            <p:spPr>
              <a:xfrm>
                <a:off x="5384900" y="3396639"/>
                <a:ext cx="616338" cy="19842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189" extrusionOk="0">
                    <a:moveTo>
                      <a:pt x="0" y="1"/>
                    </a:moveTo>
                    <a:lnTo>
                      <a:pt x="0" y="188"/>
                    </a:lnTo>
                    <a:lnTo>
                      <a:pt x="5870" y="188"/>
                    </a:lnTo>
                    <a:lnTo>
                      <a:pt x="587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0"/>
              <p:cNvSpPr/>
              <p:nvPr/>
            </p:nvSpPr>
            <p:spPr>
              <a:xfrm>
                <a:off x="5346478" y="3448184"/>
                <a:ext cx="52595" cy="19737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88" extrusionOk="0">
                    <a:moveTo>
                      <a:pt x="1" y="0"/>
                    </a:moveTo>
                    <a:lnTo>
                      <a:pt x="1" y="188"/>
                    </a:lnTo>
                    <a:lnTo>
                      <a:pt x="500" y="188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0"/>
              <p:cNvSpPr/>
              <p:nvPr/>
            </p:nvSpPr>
            <p:spPr>
              <a:xfrm>
                <a:off x="5855933" y="3448184"/>
                <a:ext cx="498340" cy="19737"/>
              </a:xfrm>
              <a:custGeom>
                <a:avLst/>
                <a:gdLst/>
                <a:ahLst/>
                <a:cxnLst/>
                <a:rect l="l" t="t" r="r" b="b"/>
                <a:pathLst>
                  <a:path w="4747" h="188" extrusionOk="0">
                    <a:moveTo>
                      <a:pt x="1" y="0"/>
                    </a:moveTo>
                    <a:lnTo>
                      <a:pt x="1" y="188"/>
                    </a:lnTo>
                    <a:lnTo>
                      <a:pt x="4747" y="188"/>
                    </a:lnTo>
                    <a:lnTo>
                      <a:pt x="474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0"/>
              <p:cNvSpPr/>
              <p:nvPr/>
            </p:nvSpPr>
            <p:spPr>
              <a:xfrm>
                <a:off x="6583634" y="3499728"/>
                <a:ext cx="170488" cy="18792"/>
              </a:xfrm>
              <a:custGeom>
                <a:avLst/>
                <a:gdLst/>
                <a:ahLst/>
                <a:cxnLst/>
                <a:rect l="l" t="t" r="r" b="b"/>
                <a:pathLst>
                  <a:path w="1624" h="179" extrusionOk="0">
                    <a:moveTo>
                      <a:pt x="0" y="0"/>
                    </a:moveTo>
                    <a:lnTo>
                      <a:pt x="0" y="179"/>
                    </a:lnTo>
                    <a:lnTo>
                      <a:pt x="1624" y="179"/>
                    </a:lnTo>
                    <a:lnTo>
                      <a:pt x="16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0"/>
              <p:cNvSpPr/>
              <p:nvPr/>
            </p:nvSpPr>
            <p:spPr>
              <a:xfrm>
                <a:off x="5346478" y="3499728"/>
                <a:ext cx="52595" cy="18792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79" extrusionOk="0">
                    <a:moveTo>
                      <a:pt x="1" y="0"/>
                    </a:moveTo>
                    <a:lnTo>
                      <a:pt x="1" y="179"/>
                    </a:lnTo>
                    <a:lnTo>
                      <a:pt x="500" y="179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75" name="Google Shape;675;p30"/>
              <p:cNvGrpSpPr/>
              <p:nvPr/>
            </p:nvGrpSpPr>
            <p:grpSpPr>
              <a:xfrm>
                <a:off x="5293990" y="2993943"/>
                <a:ext cx="1430218" cy="627560"/>
                <a:chOff x="5293990" y="2993943"/>
                <a:chExt cx="1430218" cy="627560"/>
              </a:xfrm>
            </p:grpSpPr>
            <p:sp>
              <p:nvSpPr>
                <p:cNvPr id="676" name="Google Shape;676;p30"/>
                <p:cNvSpPr/>
                <p:nvPr/>
              </p:nvSpPr>
              <p:spPr>
                <a:xfrm>
                  <a:off x="6386907" y="2993943"/>
                  <a:ext cx="337301" cy="19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3" h="189" extrusionOk="0">
                      <a:moveTo>
                        <a:pt x="1" y="1"/>
                      </a:moveTo>
                      <a:lnTo>
                        <a:pt x="1" y="188"/>
                      </a:lnTo>
                      <a:lnTo>
                        <a:pt x="3212" y="188"/>
                      </a:lnTo>
                      <a:lnTo>
                        <a:pt x="321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677;p30"/>
                <p:cNvSpPr/>
                <p:nvPr/>
              </p:nvSpPr>
              <p:spPr>
                <a:xfrm>
                  <a:off x="5435499" y="3045487"/>
                  <a:ext cx="396195" cy="19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4" h="188" extrusionOk="0">
                      <a:moveTo>
                        <a:pt x="0" y="0"/>
                      </a:moveTo>
                      <a:lnTo>
                        <a:pt x="0" y="188"/>
                      </a:lnTo>
                      <a:lnTo>
                        <a:pt x="3774" y="188"/>
                      </a:lnTo>
                      <a:lnTo>
                        <a:pt x="377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30"/>
                <p:cNvSpPr/>
                <p:nvPr/>
              </p:nvSpPr>
              <p:spPr>
                <a:xfrm>
                  <a:off x="6252116" y="3251559"/>
                  <a:ext cx="149911" cy="18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179" extrusionOk="0">
                      <a:moveTo>
                        <a:pt x="0" y="0"/>
                      </a:moveTo>
                      <a:lnTo>
                        <a:pt x="0" y="178"/>
                      </a:lnTo>
                      <a:lnTo>
                        <a:pt x="1428" y="178"/>
                      </a:lnTo>
                      <a:lnTo>
                        <a:pt x="142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30"/>
                <p:cNvSpPr/>
                <p:nvPr/>
              </p:nvSpPr>
              <p:spPr>
                <a:xfrm>
                  <a:off x="5384900" y="3200015"/>
                  <a:ext cx="377508" cy="18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6" h="179" extrusionOk="0">
                      <a:moveTo>
                        <a:pt x="0" y="0"/>
                      </a:moveTo>
                      <a:lnTo>
                        <a:pt x="0" y="179"/>
                      </a:lnTo>
                      <a:lnTo>
                        <a:pt x="3595" y="179"/>
                      </a:lnTo>
                      <a:lnTo>
                        <a:pt x="359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30"/>
                <p:cNvSpPr/>
                <p:nvPr/>
              </p:nvSpPr>
              <p:spPr>
                <a:xfrm>
                  <a:off x="6332634" y="3148471"/>
                  <a:ext cx="265179" cy="18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6" h="180" extrusionOk="0">
                      <a:moveTo>
                        <a:pt x="0" y="1"/>
                      </a:moveTo>
                      <a:lnTo>
                        <a:pt x="0" y="179"/>
                      </a:lnTo>
                      <a:lnTo>
                        <a:pt x="2525" y="179"/>
                      </a:lnTo>
                      <a:lnTo>
                        <a:pt x="2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30"/>
                <p:cNvSpPr/>
                <p:nvPr/>
              </p:nvSpPr>
              <p:spPr>
                <a:xfrm>
                  <a:off x="5730485" y="3097031"/>
                  <a:ext cx="669667" cy="18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9" h="179" extrusionOk="0">
                      <a:moveTo>
                        <a:pt x="0" y="0"/>
                      </a:moveTo>
                      <a:lnTo>
                        <a:pt x="0" y="179"/>
                      </a:lnTo>
                      <a:lnTo>
                        <a:pt x="6379" y="179"/>
                      </a:lnTo>
                      <a:lnTo>
                        <a:pt x="637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30"/>
                <p:cNvSpPr/>
                <p:nvPr/>
              </p:nvSpPr>
              <p:spPr>
                <a:xfrm>
                  <a:off x="5293990" y="3148471"/>
                  <a:ext cx="52595" cy="18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" h="180" extrusionOk="0">
                      <a:moveTo>
                        <a:pt x="1" y="1"/>
                      </a:moveTo>
                      <a:lnTo>
                        <a:pt x="1" y="179"/>
                      </a:lnTo>
                      <a:lnTo>
                        <a:pt x="501" y="179"/>
                      </a:lnTo>
                      <a:lnTo>
                        <a:pt x="50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30"/>
                <p:cNvSpPr/>
                <p:nvPr/>
              </p:nvSpPr>
              <p:spPr>
                <a:xfrm>
                  <a:off x="5435499" y="3353598"/>
                  <a:ext cx="89968" cy="19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" h="188" extrusionOk="0">
                      <a:moveTo>
                        <a:pt x="0" y="0"/>
                      </a:moveTo>
                      <a:lnTo>
                        <a:pt x="0" y="188"/>
                      </a:lnTo>
                      <a:lnTo>
                        <a:pt x="856" y="188"/>
                      </a:lnTo>
                      <a:lnTo>
                        <a:pt x="85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4" name="Google Shape;684;p30"/>
                <p:cNvSpPr/>
                <p:nvPr/>
              </p:nvSpPr>
              <p:spPr>
                <a:xfrm>
                  <a:off x="5346478" y="3302054"/>
                  <a:ext cx="52595" cy="19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" h="189" extrusionOk="0">
                      <a:moveTo>
                        <a:pt x="1" y="1"/>
                      </a:moveTo>
                      <a:lnTo>
                        <a:pt x="1" y="188"/>
                      </a:lnTo>
                      <a:lnTo>
                        <a:pt x="500" y="188"/>
                      </a:lnTo>
                      <a:lnTo>
                        <a:pt x="50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5" name="Google Shape;685;p30"/>
                <p:cNvSpPr/>
                <p:nvPr/>
              </p:nvSpPr>
              <p:spPr>
                <a:xfrm>
                  <a:off x="5435499" y="3448184"/>
                  <a:ext cx="396195" cy="19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4" h="188" extrusionOk="0">
                      <a:moveTo>
                        <a:pt x="0" y="0"/>
                      </a:moveTo>
                      <a:lnTo>
                        <a:pt x="0" y="188"/>
                      </a:lnTo>
                      <a:lnTo>
                        <a:pt x="3774" y="188"/>
                      </a:lnTo>
                      <a:lnTo>
                        <a:pt x="377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686;p30"/>
                <p:cNvSpPr/>
                <p:nvPr/>
              </p:nvSpPr>
              <p:spPr>
                <a:xfrm>
                  <a:off x="5384900" y="3602711"/>
                  <a:ext cx="377508" cy="18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6" h="179" extrusionOk="0">
                      <a:moveTo>
                        <a:pt x="0" y="0"/>
                      </a:moveTo>
                      <a:lnTo>
                        <a:pt x="0" y="179"/>
                      </a:lnTo>
                      <a:lnTo>
                        <a:pt x="3595" y="179"/>
                      </a:lnTo>
                      <a:lnTo>
                        <a:pt x="359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7" name="Google Shape;687;p30"/>
                <p:cNvSpPr/>
                <p:nvPr/>
              </p:nvSpPr>
              <p:spPr>
                <a:xfrm>
                  <a:off x="5730485" y="3499728"/>
                  <a:ext cx="669667" cy="18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9" h="179" extrusionOk="0">
                      <a:moveTo>
                        <a:pt x="0" y="0"/>
                      </a:moveTo>
                      <a:lnTo>
                        <a:pt x="0" y="179"/>
                      </a:lnTo>
                      <a:lnTo>
                        <a:pt x="6379" y="179"/>
                      </a:lnTo>
                      <a:lnTo>
                        <a:pt x="637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8" name="Google Shape;688;p30"/>
                <p:cNvSpPr/>
                <p:nvPr/>
              </p:nvSpPr>
              <p:spPr>
                <a:xfrm>
                  <a:off x="5293990" y="3551167"/>
                  <a:ext cx="52595" cy="18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" h="180" extrusionOk="0">
                      <a:moveTo>
                        <a:pt x="1" y="1"/>
                      </a:moveTo>
                      <a:lnTo>
                        <a:pt x="1" y="179"/>
                      </a:lnTo>
                      <a:lnTo>
                        <a:pt x="501" y="179"/>
                      </a:lnTo>
                      <a:lnTo>
                        <a:pt x="50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89" name="Google Shape;689;p30"/>
              <p:cNvSpPr/>
              <p:nvPr/>
            </p:nvSpPr>
            <p:spPr>
              <a:xfrm>
                <a:off x="5384900" y="3551167"/>
                <a:ext cx="310111" cy="18897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80" extrusionOk="0">
                    <a:moveTo>
                      <a:pt x="0" y="1"/>
                    </a:moveTo>
                    <a:lnTo>
                      <a:pt x="0" y="179"/>
                    </a:lnTo>
                    <a:lnTo>
                      <a:pt x="2953" y="179"/>
                    </a:lnTo>
                    <a:lnTo>
                      <a:pt x="29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0"/>
              <p:cNvSpPr/>
              <p:nvPr/>
            </p:nvSpPr>
            <p:spPr>
              <a:xfrm>
                <a:off x="5783813" y="3602711"/>
                <a:ext cx="581694" cy="18792"/>
              </a:xfrm>
              <a:custGeom>
                <a:avLst/>
                <a:gdLst/>
                <a:ahLst/>
                <a:cxnLst/>
                <a:rect l="l" t="t" r="r" b="b"/>
                <a:pathLst>
                  <a:path w="5541" h="179" extrusionOk="0">
                    <a:moveTo>
                      <a:pt x="1" y="0"/>
                    </a:moveTo>
                    <a:lnTo>
                      <a:pt x="1" y="179"/>
                    </a:lnTo>
                    <a:lnTo>
                      <a:pt x="5541" y="179"/>
                    </a:lnTo>
                    <a:lnTo>
                      <a:pt x="55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0"/>
              <p:cNvSpPr/>
              <p:nvPr/>
            </p:nvSpPr>
            <p:spPr>
              <a:xfrm>
                <a:off x="5293990" y="3602711"/>
                <a:ext cx="52595" cy="18792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79" extrusionOk="0">
                    <a:moveTo>
                      <a:pt x="1" y="0"/>
                    </a:moveTo>
                    <a:lnTo>
                      <a:pt x="1" y="179"/>
                    </a:lnTo>
                    <a:lnTo>
                      <a:pt x="501" y="179"/>
                    </a:lnTo>
                    <a:lnTo>
                      <a:pt x="50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92" name="Google Shape;692;p30"/>
              <p:cNvGrpSpPr/>
              <p:nvPr/>
            </p:nvGrpSpPr>
            <p:grpSpPr>
              <a:xfrm>
                <a:off x="5298714" y="2901457"/>
                <a:ext cx="1515358" cy="771591"/>
                <a:chOff x="5298714" y="2901457"/>
                <a:chExt cx="1515358" cy="771591"/>
              </a:xfrm>
            </p:grpSpPr>
            <p:sp>
              <p:nvSpPr>
                <p:cNvPr id="693" name="Google Shape;693;p30"/>
                <p:cNvSpPr/>
                <p:nvPr/>
              </p:nvSpPr>
              <p:spPr>
                <a:xfrm>
                  <a:off x="6266078" y="2993943"/>
                  <a:ext cx="99416" cy="19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7" h="189" extrusionOk="0">
                      <a:moveTo>
                        <a:pt x="1" y="1"/>
                      </a:moveTo>
                      <a:lnTo>
                        <a:pt x="1" y="188"/>
                      </a:lnTo>
                      <a:lnTo>
                        <a:pt x="947" y="188"/>
                      </a:lnTo>
                      <a:lnTo>
                        <a:pt x="94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4" name="Google Shape;694;p30"/>
                <p:cNvSpPr/>
                <p:nvPr/>
              </p:nvSpPr>
              <p:spPr>
                <a:xfrm>
                  <a:off x="5435499" y="3097031"/>
                  <a:ext cx="265075" cy="18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5" h="179" extrusionOk="0">
                      <a:moveTo>
                        <a:pt x="0" y="0"/>
                      </a:moveTo>
                      <a:lnTo>
                        <a:pt x="0" y="179"/>
                      </a:lnTo>
                      <a:lnTo>
                        <a:pt x="2525" y="179"/>
                      </a:lnTo>
                      <a:lnTo>
                        <a:pt x="25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5" name="Google Shape;695;p30"/>
                <p:cNvSpPr/>
                <p:nvPr/>
              </p:nvSpPr>
              <p:spPr>
                <a:xfrm>
                  <a:off x="5384900" y="3251559"/>
                  <a:ext cx="833646" cy="18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41" h="179" extrusionOk="0">
                      <a:moveTo>
                        <a:pt x="0" y="0"/>
                      </a:moveTo>
                      <a:lnTo>
                        <a:pt x="0" y="178"/>
                      </a:lnTo>
                      <a:lnTo>
                        <a:pt x="7940" y="178"/>
                      </a:lnTo>
                      <a:lnTo>
                        <a:pt x="794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" name="Google Shape;696;p30"/>
                <p:cNvSpPr/>
                <p:nvPr/>
              </p:nvSpPr>
              <p:spPr>
                <a:xfrm>
                  <a:off x="6375675" y="3045487"/>
                  <a:ext cx="438396" cy="19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6" h="188" extrusionOk="0">
                      <a:moveTo>
                        <a:pt x="1" y="0"/>
                      </a:moveTo>
                      <a:lnTo>
                        <a:pt x="1" y="188"/>
                      </a:lnTo>
                      <a:lnTo>
                        <a:pt x="4176" y="188"/>
                      </a:lnTo>
                      <a:lnTo>
                        <a:pt x="417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7" name="Google Shape;697;p30"/>
                <p:cNvSpPr/>
                <p:nvPr/>
              </p:nvSpPr>
              <p:spPr>
                <a:xfrm>
                  <a:off x="6260515" y="3353598"/>
                  <a:ext cx="400919" cy="19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9" h="188" extrusionOk="0">
                      <a:moveTo>
                        <a:pt x="0" y="0"/>
                      </a:moveTo>
                      <a:lnTo>
                        <a:pt x="0" y="188"/>
                      </a:lnTo>
                      <a:lnTo>
                        <a:pt x="3819" y="188"/>
                      </a:lnTo>
                      <a:lnTo>
                        <a:pt x="381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8" name="Google Shape;698;p30"/>
                <p:cNvSpPr/>
                <p:nvPr/>
              </p:nvSpPr>
              <p:spPr>
                <a:xfrm>
                  <a:off x="5771636" y="3302054"/>
                  <a:ext cx="557339" cy="19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9" h="189" extrusionOk="0">
                      <a:moveTo>
                        <a:pt x="1" y="1"/>
                      </a:moveTo>
                      <a:lnTo>
                        <a:pt x="1" y="188"/>
                      </a:lnTo>
                      <a:lnTo>
                        <a:pt x="5309" y="188"/>
                      </a:lnTo>
                      <a:lnTo>
                        <a:pt x="530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9" name="Google Shape;699;p30"/>
                <p:cNvSpPr/>
                <p:nvPr/>
              </p:nvSpPr>
              <p:spPr>
                <a:xfrm>
                  <a:off x="6386907" y="3200015"/>
                  <a:ext cx="378453" cy="18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5" h="179" extrusionOk="0">
                      <a:moveTo>
                        <a:pt x="1" y="0"/>
                      </a:moveTo>
                      <a:lnTo>
                        <a:pt x="1" y="179"/>
                      </a:lnTo>
                      <a:lnTo>
                        <a:pt x="3605" y="179"/>
                      </a:lnTo>
                      <a:lnTo>
                        <a:pt x="360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0" name="Google Shape;700;p30"/>
                <p:cNvSpPr/>
                <p:nvPr/>
              </p:nvSpPr>
              <p:spPr>
                <a:xfrm>
                  <a:off x="5726706" y="3148471"/>
                  <a:ext cx="581694" cy="18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1" h="180" extrusionOk="0">
                      <a:moveTo>
                        <a:pt x="0" y="1"/>
                      </a:moveTo>
                      <a:lnTo>
                        <a:pt x="0" y="179"/>
                      </a:lnTo>
                      <a:lnTo>
                        <a:pt x="5540" y="179"/>
                      </a:lnTo>
                      <a:lnTo>
                        <a:pt x="554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1" name="Google Shape;701;p30"/>
                <p:cNvSpPr/>
                <p:nvPr/>
              </p:nvSpPr>
              <p:spPr>
                <a:xfrm>
                  <a:off x="5435499" y="3499728"/>
                  <a:ext cx="265075" cy="18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5" h="179" extrusionOk="0">
                      <a:moveTo>
                        <a:pt x="0" y="0"/>
                      </a:moveTo>
                      <a:lnTo>
                        <a:pt x="0" y="179"/>
                      </a:lnTo>
                      <a:lnTo>
                        <a:pt x="2525" y="179"/>
                      </a:lnTo>
                      <a:lnTo>
                        <a:pt x="25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2" name="Google Shape;702;p30"/>
                <p:cNvSpPr/>
                <p:nvPr/>
              </p:nvSpPr>
              <p:spPr>
                <a:xfrm>
                  <a:off x="5384900" y="3654256"/>
                  <a:ext cx="833646" cy="18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41" h="179" extrusionOk="0">
                      <a:moveTo>
                        <a:pt x="0" y="0"/>
                      </a:moveTo>
                      <a:lnTo>
                        <a:pt x="0" y="179"/>
                      </a:lnTo>
                      <a:lnTo>
                        <a:pt x="7940" y="179"/>
                      </a:lnTo>
                      <a:lnTo>
                        <a:pt x="794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3" name="Google Shape;703;p30"/>
                <p:cNvSpPr/>
                <p:nvPr/>
              </p:nvSpPr>
              <p:spPr>
                <a:xfrm>
                  <a:off x="6375675" y="3448184"/>
                  <a:ext cx="438396" cy="19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6" h="188" extrusionOk="0">
                      <a:moveTo>
                        <a:pt x="1" y="0"/>
                      </a:moveTo>
                      <a:lnTo>
                        <a:pt x="1" y="188"/>
                      </a:lnTo>
                      <a:lnTo>
                        <a:pt x="4176" y="188"/>
                      </a:lnTo>
                      <a:lnTo>
                        <a:pt x="417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4" name="Google Shape;704;p30"/>
                <p:cNvSpPr/>
                <p:nvPr/>
              </p:nvSpPr>
              <p:spPr>
                <a:xfrm>
                  <a:off x="5726706" y="3551167"/>
                  <a:ext cx="581694" cy="18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1" h="180" extrusionOk="0">
                      <a:moveTo>
                        <a:pt x="0" y="1"/>
                      </a:moveTo>
                      <a:lnTo>
                        <a:pt x="0" y="179"/>
                      </a:lnTo>
                      <a:lnTo>
                        <a:pt x="5540" y="179"/>
                      </a:lnTo>
                      <a:lnTo>
                        <a:pt x="554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5" name="Google Shape;705;p30"/>
                <p:cNvSpPr/>
                <p:nvPr/>
              </p:nvSpPr>
              <p:spPr>
                <a:xfrm>
                  <a:off x="5298714" y="2903557"/>
                  <a:ext cx="29184" cy="483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" h="461" extrusionOk="0">
                      <a:moveTo>
                        <a:pt x="228" y="1"/>
                      </a:moveTo>
                      <a:cubicBezTo>
                        <a:pt x="217" y="1"/>
                        <a:pt x="206" y="5"/>
                        <a:pt x="197" y="14"/>
                      </a:cubicBezTo>
                      <a:lnTo>
                        <a:pt x="9" y="211"/>
                      </a:lnTo>
                      <a:cubicBezTo>
                        <a:pt x="9" y="211"/>
                        <a:pt x="1" y="219"/>
                        <a:pt x="1" y="219"/>
                      </a:cubicBezTo>
                      <a:cubicBezTo>
                        <a:pt x="1" y="228"/>
                        <a:pt x="1" y="228"/>
                        <a:pt x="1" y="228"/>
                      </a:cubicBezTo>
                      <a:lnTo>
                        <a:pt x="1" y="237"/>
                      </a:lnTo>
                      <a:lnTo>
                        <a:pt x="1" y="246"/>
                      </a:lnTo>
                      <a:lnTo>
                        <a:pt x="9" y="246"/>
                      </a:lnTo>
                      <a:lnTo>
                        <a:pt x="197" y="442"/>
                      </a:lnTo>
                      <a:cubicBezTo>
                        <a:pt x="206" y="451"/>
                        <a:pt x="224" y="460"/>
                        <a:pt x="232" y="460"/>
                      </a:cubicBezTo>
                      <a:cubicBezTo>
                        <a:pt x="241" y="460"/>
                        <a:pt x="259" y="451"/>
                        <a:pt x="259" y="442"/>
                      </a:cubicBezTo>
                      <a:cubicBezTo>
                        <a:pt x="277" y="425"/>
                        <a:pt x="277" y="398"/>
                        <a:pt x="259" y="380"/>
                      </a:cubicBezTo>
                      <a:lnTo>
                        <a:pt x="99" y="246"/>
                      </a:lnTo>
                      <a:lnTo>
                        <a:pt x="259" y="77"/>
                      </a:lnTo>
                      <a:cubicBezTo>
                        <a:pt x="277" y="59"/>
                        <a:pt x="277" y="32"/>
                        <a:pt x="259" y="14"/>
                      </a:cubicBezTo>
                      <a:cubicBezTo>
                        <a:pt x="250" y="5"/>
                        <a:pt x="239" y="1"/>
                        <a:pt x="22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" name="Google Shape;706;p30"/>
                <p:cNvSpPr/>
                <p:nvPr/>
              </p:nvSpPr>
              <p:spPr>
                <a:xfrm>
                  <a:off x="5343644" y="2901877"/>
                  <a:ext cx="26350" cy="50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477" extrusionOk="0">
                      <a:moveTo>
                        <a:pt x="210" y="0"/>
                      </a:moveTo>
                      <a:cubicBezTo>
                        <a:pt x="197" y="0"/>
                        <a:pt x="186" y="8"/>
                        <a:pt x="179" y="21"/>
                      </a:cubicBezTo>
                      <a:lnTo>
                        <a:pt x="10" y="423"/>
                      </a:lnTo>
                      <a:cubicBezTo>
                        <a:pt x="1" y="441"/>
                        <a:pt x="10" y="467"/>
                        <a:pt x="28" y="476"/>
                      </a:cubicBezTo>
                      <a:lnTo>
                        <a:pt x="45" y="476"/>
                      </a:lnTo>
                      <a:cubicBezTo>
                        <a:pt x="54" y="476"/>
                        <a:pt x="72" y="467"/>
                        <a:pt x="81" y="450"/>
                      </a:cubicBezTo>
                      <a:lnTo>
                        <a:pt x="251" y="48"/>
                      </a:lnTo>
                      <a:cubicBezTo>
                        <a:pt x="251" y="30"/>
                        <a:pt x="251" y="4"/>
                        <a:pt x="224" y="4"/>
                      </a:cubicBezTo>
                      <a:cubicBezTo>
                        <a:pt x="219" y="1"/>
                        <a:pt x="214" y="0"/>
                        <a:pt x="21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" name="Google Shape;707;p30"/>
                <p:cNvSpPr/>
                <p:nvPr/>
              </p:nvSpPr>
              <p:spPr>
                <a:xfrm>
                  <a:off x="5375557" y="2901457"/>
                  <a:ext cx="29079" cy="49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472" extrusionOk="0">
                      <a:moveTo>
                        <a:pt x="49" y="1"/>
                      </a:moveTo>
                      <a:cubicBezTo>
                        <a:pt x="38" y="1"/>
                        <a:pt x="27" y="3"/>
                        <a:pt x="18" y="8"/>
                      </a:cubicBezTo>
                      <a:cubicBezTo>
                        <a:pt x="18" y="8"/>
                        <a:pt x="18" y="8"/>
                        <a:pt x="18" y="16"/>
                      </a:cubicBezTo>
                      <a:cubicBezTo>
                        <a:pt x="0" y="25"/>
                        <a:pt x="0" y="52"/>
                        <a:pt x="18" y="70"/>
                      </a:cubicBezTo>
                      <a:lnTo>
                        <a:pt x="178" y="239"/>
                      </a:lnTo>
                      <a:lnTo>
                        <a:pt x="18" y="400"/>
                      </a:lnTo>
                      <a:cubicBezTo>
                        <a:pt x="0" y="418"/>
                        <a:pt x="0" y="445"/>
                        <a:pt x="18" y="462"/>
                      </a:cubicBezTo>
                      <a:cubicBezTo>
                        <a:pt x="27" y="471"/>
                        <a:pt x="36" y="471"/>
                        <a:pt x="45" y="471"/>
                      </a:cubicBezTo>
                      <a:cubicBezTo>
                        <a:pt x="54" y="471"/>
                        <a:pt x="71" y="471"/>
                        <a:pt x="80" y="462"/>
                      </a:cubicBezTo>
                      <a:lnTo>
                        <a:pt x="268" y="266"/>
                      </a:lnTo>
                      <a:lnTo>
                        <a:pt x="277" y="266"/>
                      </a:lnTo>
                      <a:lnTo>
                        <a:pt x="277" y="239"/>
                      </a:lnTo>
                      <a:cubicBezTo>
                        <a:pt x="277" y="239"/>
                        <a:pt x="277" y="239"/>
                        <a:pt x="277" y="231"/>
                      </a:cubicBezTo>
                      <a:lnTo>
                        <a:pt x="277" y="222"/>
                      </a:lnTo>
                      <a:lnTo>
                        <a:pt x="277" y="213"/>
                      </a:lnTo>
                      <a:lnTo>
                        <a:pt x="268" y="204"/>
                      </a:lnTo>
                      <a:lnTo>
                        <a:pt x="80" y="8"/>
                      </a:lnTo>
                      <a:cubicBezTo>
                        <a:pt x="71" y="3"/>
                        <a:pt x="60" y="1"/>
                        <a:pt x="4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08" name="Google Shape;708;p30"/>
            <p:cNvGrpSpPr/>
            <p:nvPr/>
          </p:nvGrpSpPr>
          <p:grpSpPr>
            <a:xfrm>
              <a:off x="7137833" y="2559114"/>
              <a:ext cx="758077" cy="281259"/>
              <a:chOff x="6872952" y="3534371"/>
              <a:chExt cx="555449" cy="206081"/>
            </a:xfrm>
          </p:grpSpPr>
          <p:sp>
            <p:nvSpPr>
              <p:cNvPr id="709" name="Google Shape;709;p30"/>
              <p:cNvSpPr/>
              <p:nvPr/>
            </p:nvSpPr>
            <p:spPr>
              <a:xfrm>
                <a:off x="6872952" y="3534371"/>
                <a:ext cx="555449" cy="206081"/>
              </a:xfrm>
              <a:custGeom>
                <a:avLst/>
                <a:gdLst/>
                <a:ahLst/>
                <a:cxnLst/>
                <a:rect l="l" t="t" r="r" b="b"/>
                <a:pathLst>
                  <a:path w="5291" h="1963" extrusionOk="0">
                    <a:moveTo>
                      <a:pt x="1" y="0"/>
                    </a:moveTo>
                    <a:lnTo>
                      <a:pt x="1" y="1963"/>
                    </a:lnTo>
                    <a:lnTo>
                      <a:pt x="5291" y="1963"/>
                    </a:lnTo>
                    <a:lnTo>
                      <a:pt x="529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0"/>
              <p:cNvSpPr/>
              <p:nvPr/>
            </p:nvSpPr>
            <p:spPr>
              <a:xfrm>
                <a:off x="6953574" y="3580246"/>
                <a:ext cx="74011" cy="108762"/>
              </a:xfrm>
              <a:custGeom>
                <a:avLst/>
                <a:gdLst/>
                <a:ahLst/>
                <a:cxnLst/>
                <a:rect l="l" t="t" r="r" b="b"/>
                <a:pathLst>
                  <a:path w="705" h="1036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1"/>
                    </a:cubicBezTo>
                    <a:lnTo>
                      <a:pt x="0" y="946"/>
                    </a:lnTo>
                    <a:lnTo>
                      <a:pt x="0" y="955"/>
                    </a:lnTo>
                    <a:cubicBezTo>
                      <a:pt x="0" y="999"/>
                      <a:pt x="36" y="1035"/>
                      <a:pt x="80" y="1035"/>
                    </a:cubicBezTo>
                    <a:cubicBezTo>
                      <a:pt x="125" y="1035"/>
                      <a:pt x="161" y="991"/>
                      <a:pt x="161" y="946"/>
                    </a:cubicBezTo>
                    <a:lnTo>
                      <a:pt x="161" y="598"/>
                    </a:lnTo>
                    <a:lnTo>
                      <a:pt x="544" y="598"/>
                    </a:lnTo>
                    <a:lnTo>
                      <a:pt x="544" y="946"/>
                    </a:lnTo>
                    <a:cubicBezTo>
                      <a:pt x="544" y="955"/>
                      <a:pt x="544" y="955"/>
                      <a:pt x="544" y="955"/>
                    </a:cubicBezTo>
                    <a:cubicBezTo>
                      <a:pt x="544" y="999"/>
                      <a:pt x="580" y="1035"/>
                      <a:pt x="625" y="1035"/>
                    </a:cubicBezTo>
                    <a:cubicBezTo>
                      <a:pt x="669" y="1026"/>
                      <a:pt x="705" y="991"/>
                      <a:pt x="705" y="946"/>
                    </a:cubicBezTo>
                    <a:lnTo>
                      <a:pt x="705" y="81"/>
                    </a:lnTo>
                    <a:cubicBezTo>
                      <a:pt x="705" y="36"/>
                      <a:pt x="669" y="0"/>
                      <a:pt x="625" y="0"/>
                    </a:cubicBezTo>
                    <a:cubicBezTo>
                      <a:pt x="580" y="0"/>
                      <a:pt x="544" y="36"/>
                      <a:pt x="544" y="81"/>
                    </a:cubicBezTo>
                    <a:lnTo>
                      <a:pt x="544" y="437"/>
                    </a:lnTo>
                    <a:lnTo>
                      <a:pt x="161" y="437"/>
                    </a:lnTo>
                    <a:lnTo>
                      <a:pt x="161" y="81"/>
                    </a:lnTo>
                    <a:cubicBezTo>
                      <a:pt x="161" y="36"/>
                      <a:pt x="125" y="0"/>
                      <a:pt x="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0"/>
              <p:cNvSpPr/>
              <p:nvPr/>
            </p:nvSpPr>
            <p:spPr>
              <a:xfrm>
                <a:off x="7054667" y="3580246"/>
                <a:ext cx="83459" cy="108867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037" extrusionOk="0">
                    <a:moveTo>
                      <a:pt x="81" y="0"/>
                    </a:moveTo>
                    <a:cubicBezTo>
                      <a:pt x="36" y="0"/>
                      <a:pt x="1" y="36"/>
                      <a:pt x="1" y="81"/>
                    </a:cubicBezTo>
                    <a:cubicBezTo>
                      <a:pt x="1" y="125"/>
                      <a:pt x="36" y="161"/>
                      <a:pt x="81" y="161"/>
                    </a:cubicBezTo>
                    <a:lnTo>
                      <a:pt x="313" y="161"/>
                    </a:lnTo>
                    <a:lnTo>
                      <a:pt x="313" y="946"/>
                    </a:lnTo>
                    <a:cubicBezTo>
                      <a:pt x="313" y="955"/>
                      <a:pt x="313" y="964"/>
                      <a:pt x="313" y="964"/>
                    </a:cubicBezTo>
                    <a:cubicBezTo>
                      <a:pt x="321" y="1004"/>
                      <a:pt x="350" y="1037"/>
                      <a:pt x="388" y="1037"/>
                    </a:cubicBezTo>
                    <a:cubicBezTo>
                      <a:pt x="393" y="1037"/>
                      <a:pt x="397" y="1036"/>
                      <a:pt x="402" y="1035"/>
                    </a:cubicBezTo>
                    <a:cubicBezTo>
                      <a:pt x="447" y="1035"/>
                      <a:pt x="482" y="999"/>
                      <a:pt x="473" y="946"/>
                    </a:cubicBezTo>
                    <a:lnTo>
                      <a:pt x="473" y="161"/>
                    </a:lnTo>
                    <a:lnTo>
                      <a:pt x="705" y="161"/>
                    </a:lnTo>
                    <a:cubicBezTo>
                      <a:pt x="750" y="161"/>
                      <a:pt x="794" y="125"/>
                      <a:pt x="794" y="81"/>
                    </a:cubicBezTo>
                    <a:cubicBezTo>
                      <a:pt x="794" y="36"/>
                      <a:pt x="750" y="0"/>
                      <a:pt x="7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0"/>
              <p:cNvSpPr/>
              <p:nvPr/>
            </p:nvSpPr>
            <p:spPr>
              <a:xfrm>
                <a:off x="7163319" y="3580246"/>
                <a:ext cx="92802" cy="108762"/>
              </a:xfrm>
              <a:custGeom>
                <a:avLst/>
                <a:gdLst/>
                <a:ahLst/>
                <a:cxnLst/>
                <a:rect l="l" t="t" r="r" b="b"/>
                <a:pathLst>
                  <a:path w="884" h="1036" extrusionOk="0">
                    <a:moveTo>
                      <a:pt x="81" y="0"/>
                    </a:moveTo>
                    <a:cubicBezTo>
                      <a:pt x="36" y="0"/>
                      <a:pt x="0" y="36"/>
                      <a:pt x="0" y="81"/>
                    </a:cubicBezTo>
                    <a:lnTo>
                      <a:pt x="0" y="946"/>
                    </a:lnTo>
                    <a:cubicBezTo>
                      <a:pt x="9" y="991"/>
                      <a:pt x="36" y="1017"/>
                      <a:pt x="72" y="1026"/>
                    </a:cubicBezTo>
                    <a:cubicBezTo>
                      <a:pt x="116" y="1026"/>
                      <a:pt x="161" y="999"/>
                      <a:pt x="161" y="946"/>
                    </a:cubicBezTo>
                    <a:lnTo>
                      <a:pt x="161" y="330"/>
                    </a:lnTo>
                    <a:lnTo>
                      <a:pt x="375" y="625"/>
                    </a:lnTo>
                    <a:cubicBezTo>
                      <a:pt x="393" y="643"/>
                      <a:pt x="420" y="660"/>
                      <a:pt x="446" y="660"/>
                    </a:cubicBezTo>
                    <a:cubicBezTo>
                      <a:pt x="473" y="660"/>
                      <a:pt x="491" y="643"/>
                      <a:pt x="509" y="625"/>
                    </a:cubicBezTo>
                    <a:lnTo>
                      <a:pt x="723" y="330"/>
                    </a:lnTo>
                    <a:lnTo>
                      <a:pt x="723" y="946"/>
                    </a:lnTo>
                    <a:cubicBezTo>
                      <a:pt x="723" y="999"/>
                      <a:pt x="759" y="1035"/>
                      <a:pt x="803" y="1035"/>
                    </a:cubicBezTo>
                    <a:cubicBezTo>
                      <a:pt x="848" y="1035"/>
                      <a:pt x="884" y="999"/>
                      <a:pt x="884" y="946"/>
                    </a:cubicBezTo>
                    <a:lnTo>
                      <a:pt x="884" y="81"/>
                    </a:lnTo>
                    <a:cubicBezTo>
                      <a:pt x="884" y="36"/>
                      <a:pt x="848" y="0"/>
                      <a:pt x="803" y="0"/>
                    </a:cubicBezTo>
                    <a:cubicBezTo>
                      <a:pt x="776" y="0"/>
                      <a:pt x="750" y="9"/>
                      <a:pt x="741" y="36"/>
                    </a:cubicBezTo>
                    <a:lnTo>
                      <a:pt x="446" y="437"/>
                    </a:lnTo>
                    <a:lnTo>
                      <a:pt x="152" y="36"/>
                    </a:lnTo>
                    <a:cubicBezTo>
                      <a:pt x="134" y="18"/>
                      <a:pt x="116" y="0"/>
                      <a:pt x="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0"/>
              <p:cNvSpPr/>
              <p:nvPr/>
            </p:nvSpPr>
            <p:spPr>
              <a:xfrm>
                <a:off x="7293490" y="3580246"/>
                <a:ext cx="67502" cy="108762"/>
              </a:xfrm>
              <a:custGeom>
                <a:avLst/>
                <a:gdLst/>
                <a:ahLst/>
                <a:cxnLst/>
                <a:rect l="l" t="t" r="r" b="b"/>
                <a:pathLst>
                  <a:path w="643" h="1036" extrusionOk="0">
                    <a:moveTo>
                      <a:pt x="81" y="0"/>
                    </a:moveTo>
                    <a:cubicBezTo>
                      <a:pt x="36" y="0"/>
                      <a:pt x="0" y="36"/>
                      <a:pt x="0" y="81"/>
                    </a:cubicBezTo>
                    <a:lnTo>
                      <a:pt x="0" y="946"/>
                    </a:lnTo>
                    <a:cubicBezTo>
                      <a:pt x="0" y="999"/>
                      <a:pt x="36" y="1035"/>
                      <a:pt x="81" y="1035"/>
                    </a:cubicBezTo>
                    <a:lnTo>
                      <a:pt x="562" y="1035"/>
                    </a:lnTo>
                    <a:cubicBezTo>
                      <a:pt x="598" y="1026"/>
                      <a:pt x="634" y="999"/>
                      <a:pt x="634" y="955"/>
                    </a:cubicBezTo>
                    <a:cubicBezTo>
                      <a:pt x="643" y="910"/>
                      <a:pt x="607" y="875"/>
                      <a:pt x="562" y="866"/>
                    </a:cubicBezTo>
                    <a:lnTo>
                      <a:pt x="161" y="866"/>
                    </a:lnTo>
                    <a:lnTo>
                      <a:pt x="161" y="81"/>
                    </a:lnTo>
                    <a:cubicBezTo>
                      <a:pt x="161" y="36"/>
                      <a:pt x="125" y="0"/>
                      <a:pt x="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4" name="Google Shape;714;p30"/>
            <p:cNvGrpSpPr/>
            <p:nvPr/>
          </p:nvGrpSpPr>
          <p:grpSpPr>
            <a:xfrm>
              <a:off x="4296306" y="2929929"/>
              <a:ext cx="625116" cy="279969"/>
              <a:chOff x="4468974" y="3605546"/>
              <a:chExt cx="458028" cy="205136"/>
            </a:xfrm>
          </p:grpSpPr>
          <p:sp>
            <p:nvSpPr>
              <p:cNvPr id="715" name="Google Shape;715;p30"/>
              <p:cNvSpPr/>
              <p:nvPr/>
            </p:nvSpPr>
            <p:spPr>
              <a:xfrm>
                <a:off x="4468974" y="3605546"/>
                <a:ext cx="458028" cy="205136"/>
              </a:xfrm>
              <a:custGeom>
                <a:avLst/>
                <a:gdLst/>
                <a:ahLst/>
                <a:cxnLst/>
                <a:rect l="l" t="t" r="r" b="b"/>
                <a:pathLst>
                  <a:path w="4363" h="1954" extrusionOk="0">
                    <a:moveTo>
                      <a:pt x="1" y="0"/>
                    </a:moveTo>
                    <a:lnTo>
                      <a:pt x="1" y="1954"/>
                    </a:lnTo>
                    <a:lnTo>
                      <a:pt x="4363" y="1954"/>
                    </a:lnTo>
                    <a:lnTo>
                      <a:pt x="436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0"/>
              <p:cNvSpPr/>
              <p:nvPr/>
            </p:nvSpPr>
            <p:spPr>
              <a:xfrm>
                <a:off x="4569227" y="3650372"/>
                <a:ext cx="71281" cy="108867"/>
              </a:xfrm>
              <a:custGeom>
                <a:avLst/>
                <a:gdLst/>
                <a:ahLst/>
                <a:cxnLst/>
                <a:rect l="l" t="t" r="r" b="b"/>
                <a:pathLst>
                  <a:path w="679" h="1037" extrusionOk="0">
                    <a:moveTo>
                      <a:pt x="339" y="171"/>
                    </a:moveTo>
                    <a:cubicBezTo>
                      <a:pt x="428" y="171"/>
                      <a:pt x="491" y="242"/>
                      <a:pt x="491" y="323"/>
                    </a:cubicBezTo>
                    <a:cubicBezTo>
                      <a:pt x="491" y="403"/>
                      <a:pt x="428" y="474"/>
                      <a:pt x="339" y="474"/>
                    </a:cubicBezTo>
                    <a:lnTo>
                      <a:pt x="161" y="474"/>
                    </a:lnTo>
                    <a:lnTo>
                      <a:pt x="161" y="171"/>
                    </a:lnTo>
                    <a:close/>
                    <a:moveTo>
                      <a:pt x="355" y="1"/>
                    </a:moveTo>
                    <a:cubicBezTo>
                      <a:pt x="350" y="1"/>
                      <a:pt x="344" y="1"/>
                      <a:pt x="339" y="1"/>
                    </a:cubicBezTo>
                    <a:lnTo>
                      <a:pt x="80" y="1"/>
                    </a:lnTo>
                    <a:cubicBezTo>
                      <a:pt x="36" y="1"/>
                      <a:pt x="0" y="46"/>
                      <a:pt x="0" y="91"/>
                    </a:cubicBezTo>
                    <a:lnTo>
                      <a:pt x="0" y="956"/>
                    </a:lnTo>
                    <a:cubicBezTo>
                      <a:pt x="0" y="1001"/>
                      <a:pt x="36" y="1036"/>
                      <a:pt x="80" y="1036"/>
                    </a:cubicBezTo>
                    <a:cubicBezTo>
                      <a:pt x="125" y="1036"/>
                      <a:pt x="161" y="1001"/>
                      <a:pt x="161" y="956"/>
                    </a:cubicBezTo>
                    <a:lnTo>
                      <a:pt x="161" y="635"/>
                    </a:lnTo>
                    <a:lnTo>
                      <a:pt x="375" y="635"/>
                    </a:lnTo>
                    <a:cubicBezTo>
                      <a:pt x="544" y="626"/>
                      <a:pt x="678" y="483"/>
                      <a:pt x="669" y="305"/>
                    </a:cubicBezTo>
                    <a:cubicBezTo>
                      <a:pt x="669" y="140"/>
                      <a:pt x="526" y="1"/>
                      <a:pt x="3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0"/>
              <p:cNvSpPr/>
              <p:nvPr/>
            </p:nvSpPr>
            <p:spPr>
              <a:xfrm>
                <a:off x="4659087" y="3650477"/>
                <a:ext cx="74116" cy="108762"/>
              </a:xfrm>
              <a:custGeom>
                <a:avLst/>
                <a:gdLst/>
                <a:ahLst/>
                <a:cxnLst/>
                <a:rect l="l" t="t" r="r" b="b"/>
                <a:pathLst>
                  <a:path w="706" h="1036" extrusionOk="0">
                    <a:moveTo>
                      <a:pt x="81" y="0"/>
                    </a:moveTo>
                    <a:cubicBezTo>
                      <a:pt x="36" y="9"/>
                      <a:pt x="0" y="45"/>
                      <a:pt x="0" y="90"/>
                    </a:cubicBezTo>
                    <a:lnTo>
                      <a:pt x="0" y="955"/>
                    </a:lnTo>
                    <a:cubicBezTo>
                      <a:pt x="0" y="1000"/>
                      <a:pt x="36" y="1035"/>
                      <a:pt x="81" y="1035"/>
                    </a:cubicBezTo>
                    <a:cubicBezTo>
                      <a:pt x="125" y="1035"/>
                      <a:pt x="161" y="1000"/>
                      <a:pt x="161" y="955"/>
                    </a:cubicBezTo>
                    <a:lnTo>
                      <a:pt x="161" y="598"/>
                    </a:lnTo>
                    <a:lnTo>
                      <a:pt x="545" y="598"/>
                    </a:lnTo>
                    <a:lnTo>
                      <a:pt x="545" y="955"/>
                    </a:lnTo>
                    <a:cubicBezTo>
                      <a:pt x="545" y="1000"/>
                      <a:pt x="580" y="1035"/>
                      <a:pt x="625" y="1035"/>
                    </a:cubicBezTo>
                    <a:cubicBezTo>
                      <a:pt x="670" y="1035"/>
                      <a:pt x="705" y="1000"/>
                      <a:pt x="705" y="955"/>
                    </a:cubicBezTo>
                    <a:lnTo>
                      <a:pt x="705" y="81"/>
                    </a:lnTo>
                    <a:cubicBezTo>
                      <a:pt x="705" y="36"/>
                      <a:pt x="670" y="0"/>
                      <a:pt x="625" y="0"/>
                    </a:cubicBezTo>
                    <a:cubicBezTo>
                      <a:pt x="580" y="0"/>
                      <a:pt x="545" y="36"/>
                      <a:pt x="545" y="81"/>
                    </a:cubicBezTo>
                    <a:lnTo>
                      <a:pt x="545" y="438"/>
                    </a:lnTo>
                    <a:lnTo>
                      <a:pt x="161" y="438"/>
                    </a:lnTo>
                    <a:lnTo>
                      <a:pt x="161" y="90"/>
                    </a:lnTo>
                    <a:lnTo>
                      <a:pt x="161" y="81"/>
                    </a:lnTo>
                    <a:cubicBezTo>
                      <a:pt x="161" y="36"/>
                      <a:pt x="125" y="0"/>
                      <a:pt x="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0"/>
              <p:cNvSpPr/>
              <p:nvPr/>
            </p:nvSpPr>
            <p:spPr>
              <a:xfrm>
                <a:off x="4768684" y="3650372"/>
                <a:ext cx="72226" cy="108027"/>
              </a:xfrm>
              <a:custGeom>
                <a:avLst/>
                <a:gdLst/>
                <a:ahLst/>
                <a:cxnLst/>
                <a:rect l="l" t="t" r="r" b="b"/>
                <a:pathLst>
                  <a:path w="688" h="1029" extrusionOk="0">
                    <a:moveTo>
                      <a:pt x="348" y="171"/>
                    </a:moveTo>
                    <a:cubicBezTo>
                      <a:pt x="428" y="171"/>
                      <a:pt x="500" y="242"/>
                      <a:pt x="500" y="323"/>
                    </a:cubicBezTo>
                    <a:cubicBezTo>
                      <a:pt x="500" y="403"/>
                      <a:pt x="428" y="474"/>
                      <a:pt x="348" y="474"/>
                    </a:cubicBezTo>
                    <a:lnTo>
                      <a:pt x="161" y="474"/>
                    </a:lnTo>
                    <a:lnTo>
                      <a:pt x="161" y="171"/>
                    </a:lnTo>
                    <a:close/>
                    <a:moveTo>
                      <a:pt x="363" y="1"/>
                    </a:moveTo>
                    <a:cubicBezTo>
                      <a:pt x="358" y="1"/>
                      <a:pt x="353" y="1"/>
                      <a:pt x="348" y="1"/>
                    </a:cubicBezTo>
                    <a:lnTo>
                      <a:pt x="81" y="1"/>
                    </a:lnTo>
                    <a:cubicBezTo>
                      <a:pt x="36" y="1"/>
                      <a:pt x="0" y="46"/>
                      <a:pt x="0" y="91"/>
                    </a:cubicBezTo>
                    <a:lnTo>
                      <a:pt x="0" y="956"/>
                    </a:lnTo>
                    <a:cubicBezTo>
                      <a:pt x="0" y="992"/>
                      <a:pt x="36" y="1027"/>
                      <a:pt x="72" y="1027"/>
                    </a:cubicBezTo>
                    <a:cubicBezTo>
                      <a:pt x="76" y="1028"/>
                      <a:pt x="81" y="1029"/>
                      <a:pt x="86" y="1029"/>
                    </a:cubicBezTo>
                    <a:cubicBezTo>
                      <a:pt x="125" y="1029"/>
                      <a:pt x="161" y="996"/>
                      <a:pt x="161" y="956"/>
                    </a:cubicBezTo>
                    <a:lnTo>
                      <a:pt x="161" y="635"/>
                    </a:lnTo>
                    <a:lnTo>
                      <a:pt x="375" y="635"/>
                    </a:lnTo>
                    <a:cubicBezTo>
                      <a:pt x="553" y="626"/>
                      <a:pt x="687" y="483"/>
                      <a:pt x="678" y="305"/>
                    </a:cubicBezTo>
                    <a:cubicBezTo>
                      <a:pt x="670" y="140"/>
                      <a:pt x="527" y="1"/>
                      <a:pt x="3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9" name="Google Shape;719;p30"/>
            <p:cNvGrpSpPr/>
            <p:nvPr/>
          </p:nvGrpSpPr>
          <p:grpSpPr>
            <a:xfrm>
              <a:off x="7137822" y="3587551"/>
              <a:ext cx="1112114" cy="963821"/>
              <a:chOff x="7304723" y="3897700"/>
              <a:chExt cx="814855" cy="706200"/>
            </a:xfrm>
          </p:grpSpPr>
          <p:sp>
            <p:nvSpPr>
              <p:cNvPr id="720" name="Google Shape;720;p30"/>
              <p:cNvSpPr/>
              <p:nvPr/>
            </p:nvSpPr>
            <p:spPr>
              <a:xfrm>
                <a:off x="7304723" y="3897700"/>
                <a:ext cx="814855" cy="519873"/>
              </a:xfrm>
              <a:custGeom>
                <a:avLst/>
                <a:gdLst/>
                <a:ahLst/>
                <a:cxnLst/>
                <a:rect l="l" t="t" r="r" b="b"/>
                <a:pathLst>
                  <a:path w="7762" h="4952" extrusionOk="0">
                    <a:moveTo>
                      <a:pt x="0" y="1"/>
                    </a:moveTo>
                    <a:lnTo>
                      <a:pt x="0" y="4952"/>
                    </a:lnTo>
                    <a:lnTo>
                      <a:pt x="7762" y="4952"/>
                    </a:lnTo>
                    <a:lnTo>
                      <a:pt x="7762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0"/>
              <p:cNvSpPr/>
              <p:nvPr/>
            </p:nvSpPr>
            <p:spPr>
              <a:xfrm>
                <a:off x="7304723" y="3897700"/>
                <a:ext cx="814855" cy="98474"/>
              </a:xfrm>
              <a:custGeom>
                <a:avLst/>
                <a:gdLst/>
                <a:ahLst/>
                <a:cxnLst/>
                <a:rect l="l" t="t" r="r" b="b"/>
                <a:pathLst>
                  <a:path w="7762" h="938" extrusionOk="0">
                    <a:moveTo>
                      <a:pt x="0" y="1"/>
                    </a:moveTo>
                    <a:lnTo>
                      <a:pt x="0" y="937"/>
                    </a:lnTo>
                    <a:lnTo>
                      <a:pt x="7762" y="937"/>
                    </a:lnTo>
                    <a:lnTo>
                      <a:pt x="776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0"/>
              <p:cNvSpPr/>
              <p:nvPr/>
            </p:nvSpPr>
            <p:spPr>
              <a:xfrm>
                <a:off x="7347764" y="3922055"/>
                <a:ext cx="49761" cy="49762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233" y="0"/>
                    </a:moveTo>
                    <a:cubicBezTo>
                      <a:pt x="108" y="0"/>
                      <a:pt x="1" y="108"/>
                      <a:pt x="1" y="241"/>
                    </a:cubicBezTo>
                    <a:cubicBezTo>
                      <a:pt x="1" y="366"/>
                      <a:pt x="108" y="473"/>
                      <a:pt x="233" y="473"/>
                    </a:cubicBezTo>
                    <a:cubicBezTo>
                      <a:pt x="367" y="473"/>
                      <a:pt x="474" y="366"/>
                      <a:pt x="474" y="241"/>
                    </a:cubicBezTo>
                    <a:cubicBezTo>
                      <a:pt x="474" y="108"/>
                      <a:pt x="367" y="0"/>
                      <a:pt x="2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0"/>
              <p:cNvSpPr/>
              <p:nvPr/>
            </p:nvSpPr>
            <p:spPr>
              <a:xfrm>
                <a:off x="7448962" y="3922055"/>
                <a:ext cx="49761" cy="49762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232" y="0"/>
                    </a:moveTo>
                    <a:cubicBezTo>
                      <a:pt x="98" y="0"/>
                      <a:pt x="0" y="108"/>
                      <a:pt x="0" y="241"/>
                    </a:cubicBezTo>
                    <a:cubicBezTo>
                      <a:pt x="0" y="366"/>
                      <a:pt x="98" y="473"/>
                      <a:pt x="232" y="473"/>
                    </a:cubicBezTo>
                    <a:cubicBezTo>
                      <a:pt x="366" y="473"/>
                      <a:pt x="473" y="366"/>
                      <a:pt x="473" y="241"/>
                    </a:cubicBezTo>
                    <a:cubicBezTo>
                      <a:pt x="473" y="108"/>
                      <a:pt x="366" y="0"/>
                      <a:pt x="2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0"/>
              <p:cNvSpPr/>
              <p:nvPr/>
            </p:nvSpPr>
            <p:spPr>
              <a:xfrm>
                <a:off x="7550055" y="3922055"/>
                <a:ext cx="48816" cy="49762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74" extrusionOk="0">
                    <a:moveTo>
                      <a:pt x="233" y="0"/>
                    </a:moveTo>
                    <a:cubicBezTo>
                      <a:pt x="99" y="0"/>
                      <a:pt x="1" y="108"/>
                      <a:pt x="1" y="241"/>
                    </a:cubicBezTo>
                    <a:cubicBezTo>
                      <a:pt x="1" y="366"/>
                      <a:pt x="99" y="473"/>
                      <a:pt x="233" y="473"/>
                    </a:cubicBezTo>
                    <a:cubicBezTo>
                      <a:pt x="367" y="473"/>
                      <a:pt x="465" y="366"/>
                      <a:pt x="465" y="241"/>
                    </a:cubicBezTo>
                    <a:cubicBezTo>
                      <a:pt x="465" y="108"/>
                      <a:pt x="367" y="0"/>
                      <a:pt x="2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0"/>
              <p:cNvSpPr/>
              <p:nvPr/>
            </p:nvSpPr>
            <p:spPr>
              <a:xfrm>
                <a:off x="7445182" y="4091595"/>
                <a:ext cx="171537" cy="196737"/>
              </a:xfrm>
              <a:custGeom>
                <a:avLst/>
                <a:gdLst/>
                <a:ahLst/>
                <a:cxnLst/>
                <a:rect l="l" t="t" r="r" b="b"/>
                <a:pathLst>
                  <a:path w="1634" h="1874" extrusionOk="0">
                    <a:moveTo>
                      <a:pt x="955" y="0"/>
                    </a:moveTo>
                    <a:cubicBezTo>
                      <a:pt x="438" y="0"/>
                      <a:pt x="10" y="419"/>
                      <a:pt x="1" y="937"/>
                    </a:cubicBezTo>
                    <a:cubicBezTo>
                      <a:pt x="10" y="1463"/>
                      <a:pt x="438" y="1874"/>
                      <a:pt x="955" y="1874"/>
                    </a:cubicBezTo>
                    <a:cubicBezTo>
                      <a:pt x="1178" y="1874"/>
                      <a:pt x="1392" y="1802"/>
                      <a:pt x="1562" y="1668"/>
                    </a:cubicBezTo>
                    <a:cubicBezTo>
                      <a:pt x="1624" y="1615"/>
                      <a:pt x="1633" y="1526"/>
                      <a:pt x="1589" y="1463"/>
                    </a:cubicBezTo>
                    <a:cubicBezTo>
                      <a:pt x="1557" y="1427"/>
                      <a:pt x="1514" y="1409"/>
                      <a:pt x="1469" y="1409"/>
                    </a:cubicBezTo>
                    <a:cubicBezTo>
                      <a:pt x="1437" y="1409"/>
                      <a:pt x="1404" y="1418"/>
                      <a:pt x="1374" y="1436"/>
                    </a:cubicBezTo>
                    <a:cubicBezTo>
                      <a:pt x="1258" y="1526"/>
                      <a:pt x="1107" y="1579"/>
                      <a:pt x="955" y="1579"/>
                    </a:cubicBezTo>
                    <a:cubicBezTo>
                      <a:pt x="786" y="1579"/>
                      <a:pt x="616" y="1508"/>
                      <a:pt x="491" y="1392"/>
                    </a:cubicBezTo>
                    <a:cubicBezTo>
                      <a:pt x="366" y="1267"/>
                      <a:pt x="304" y="1106"/>
                      <a:pt x="295" y="937"/>
                    </a:cubicBezTo>
                    <a:cubicBezTo>
                      <a:pt x="304" y="767"/>
                      <a:pt x="366" y="607"/>
                      <a:pt x="491" y="482"/>
                    </a:cubicBezTo>
                    <a:cubicBezTo>
                      <a:pt x="616" y="366"/>
                      <a:pt x="786" y="295"/>
                      <a:pt x="955" y="295"/>
                    </a:cubicBezTo>
                    <a:cubicBezTo>
                      <a:pt x="1107" y="295"/>
                      <a:pt x="1258" y="348"/>
                      <a:pt x="1374" y="437"/>
                    </a:cubicBezTo>
                    <a:cubicBezTo>
                      <a:pt x="1403" y="459"/>
                      <a:pt x="1435" y="469"/>
                      <a:pt x="1467" y="469"/>
                    </a:cubicBezTo>
                    <a:cubicBezTo>
                      <a:pt x="1512" y="469"/>
                      <a:pt x="1557" y="448"/>
                      <a:pt x="1589" y="411"/>
                    </a:cubicBezTo>
                    <a:cubicBezTo>
                      <a:pt x="1633" y="348"/>
                      <a:pt x="1624" y="259"/>
                      <a:pt x="1562" y="205"/>
                    </a:cubicBezTo>
                    <a:cubicBezTo>
                      <a:pt x="1392" y="72"/>
                      <a:pt x="1178" y="0"/>
                      <a:pt x="9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0"/>
              <p:cNvSpPr/>
              <p:nvPr/>
            </p:nvSpPr>
            <p:spPr>
              <a:xfrm>
                <a:off x="7653142" y="4092435"/>
                <a:ext cx="152746" cy="196947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876" extrusionOk="0">
                    <a:moveTo>
                      <a:pt x="706" y="0"/>
                    </a:moveTo>
                    <a:cubicBezTo>
                      <a:pt x="557" y="0"/>
                      <a:pt x="410" y="52"/>
                      <a:pt x="294" y="135"/>
                    </a:cubicBezTo>
                    <a:cubicBezTo>
                      <a:pt x="170" y="224"/>
                      <a:pt x="89" y="358"/>
                      <a:pt x="80" y="510"/>
                    </a:cubicBezTo>
                    <a:cubicBezTo>
                      <a:pt x="80" y="590"/>
                      <a:pt x="98" y="661"/>
                      <a:pt x="143" y="724"/>
                    </a:cubicBezTo>
                    <a:cubicBezTo>
                      <a:pt x="205" y="813"/>
                      <a:pt x="286" y="884"/>
                      <a:pt x="384" y="929"/>
                    </a:cubicBezTo>
                    <a:cubicBezTo>
                      <a:pt x="491" y="982"/>
                      <a:pt x="607" y="1009"/>
                      <a:pt x="723" y="1036"/>
                    </a:cubicBezTo>
                    <a:cubicBezTo>
                      <a:pt x="856" y="1054"/>
                      <a:pt x="972" y="1089"/>
                      <a:pt x="1080" y="1152"/>
                    </a:cubicBezTo>
                    <a:cubicBezTo>
                      <a:pt x="1115" y="1170"/>
                      <a:pt x="1142" y="1197"/>
                      <a:pt x="1160" y="1232"/>
                    </a:cubicBezTo>
                    <a:cubicBezTo>
                      <a:pt x="1178" y="1259"/>
                      <a:pt x="1187" y="1286"/>
                      <a:pt x="1187" y="1312"/>
                    </a:cubicBezTo>
                    <a:cubicBezTo>
                      <a:pt x="1178" y="1393"/>
                      <a:pt x="1133" y="1464"/>
                      <a:pt x="1071" y="1500"/>
                    </a:cubicBezTo>
                    <a:cubicBezTo>
                      <a:pt x="972" y="1571"/>
                      <a:pt x="856" y="1598"/>
                      <a:pt x="741" y="1598"/>
                    </a:cubicBezTo>
                    <a:cubicBezTo>
                      <a:pt x="562" y="1589"/>
                      <a:pt x="384" y="1518"/>
                      <a:pt x="250" y="1393"/>
                    </a:cubicBezTo>
                    <a:cubicBezTo>
                      <a:pt x="224" y="1374"/>
                      <a:pt x="195" y="1365"/>
                      <a:pt x="166" y="1365"/>
                    </a:cubicBezTo>
                    <a:cubicBezTo>
                      <a:pt x="125" y="1365"/>
                      <a:pt x="85" y="1383"/>
                      <a:pt x="54" y="1420"/>
                    </a:cubicBezTo>
                    <a:cubicBezTo>
                      <a:pt x="0" y="1482"/>
                      <a:pt x="18" y="1571"/>
                      <a:pt x="80" y="1616"/>
                    </a:cubicBezTo>
                    <a:cubicBezTo>
                      <a:pt x="268" y="1776"/>
                      <a:pt x="500" y="1866"/>
                      <a:pt x="749" y="1875"/>
                    </a:cubicBezTo>
                    <a:cubicBezTo>
                      <a:pt x="762" y="1875"/>
                      <a:pt x="774" y="1875"/>
                      <a:pt x="786" y="1875"/>
                    </a:cubicBezTo>
                    <a:cubicBezTo>
                      <a:pt x="943" y="1875"/>
                      <a:pt x="1099" y="1822"/>
                      <a:pt x="1231" y="1723"/>
                    </a:cubicBezTo>
                    <a:cubicBezTo>
                      <a:pt x="1365" y="1634"/>
                      <a:pt x="1445" y="1482"/>
                      <a:pt x="1454" y="1321"/>
                    </a:cubicBezTo>
                    <a:cubicBezTo>
                      <a:pt x="1454" y="1241"/>
                      <a:pt x="1436" y="1170"/>
                      <a:pt x="1392" y="1098"/>
                    </a:cubicBezTo>
                    <a:cubicBezTo>
                      <a:pt x="1329" y="1009"/>
                      <a:pt x="1240" y="929"/>
                      <a:pt x="1133" y="884"/>
                    </a:cubicBezTo>
                    <a:cubicBezTo>
                      <a:pt x="1017" y="831"/>
                      <a:pt x="892" y="795"/>
                      <a:pt x="767" y="777"/>
                    </a:cubicBezTo>
                    <a:cubicBezTo>
                      <a:pt x="651" y="759"/>
                      <a:pt x="544" y="715"/>
                      <a:pt x="437" y="661"/>
                    </a:cubicBezTo>
                    <a:cubicBezTo>
                      <a:pt x="410" y="643"/>
                      <a:pt x="384" y="617"/>
                      <a:pt x="366" y="590"/>
                    </a:cubicBezTo>
                    <a:cubicBezTo>
                      <a:pt x="357" y="572"/>
                      <a:pt x="348" y="545"/>
                      <a:pt x="348" y="519"/>
                    </a:cubicBezTo>
                    <a:cubicBezTo>
                      <a:pt x="357" y="447"/>
                      <a:pt x="393" y="385"/>
                      <a:pt x="446" y="349"/>
                    </a:cubicBezTo>
                    <a:cubicBezTo>
                      <a:pt x="535" y="295"/>
                      <a:pt x="642" y="260"/>
                      <a:pt x="741" y="260"/>
                    </a:cubicBezTo>
                    <a:cubicBezTo>
                      <a:pt x="901" y="260"/>
                      <a:pt x="1026" y="340"/>
                      <a:pt x="1160" y="429"/>
                    </a:cubicBezTo>
                    <a:lnTo>
                      <a:pt x="1169" y="429"/>
                    </a:lnTo>
                    <a:cubicBezTo>
                      <a:pt x="1189" y="446"/>
                      <a:pt x="1214" y="454"/>
                      <a:pt x="1240" y="454"/>
                    </a:cubicBezTo>
                    <a:cubicBezTo>
                      <a:pt x="1282" y="454"/>
                      <a:pt x="1325" y="433"/>
                      <a:pt x="1347" y="394"/>
                    </a:cubicBezTo>
                    <a:cubicBezTo>
                      <a:pt x="1392" y="331"/>
                      <a:pt x="1374" y="251"/>
                      <a:pt x="1311" y="206"/>
                    </a:cubicBezTo>
                    <a:cubicBezTo>
                      <a:pt x="1178" y="117"/>
                      <a:pt x="990" y="1"/>
                      <a:pt x="741" y="1"/>
                    </a:cubicBezTo>
                    <a:cubicBezTo>
                      <a:pt x="729" y="0"/>
                      <a:pt x="717" y="0"/>
                      <a:pt x="7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30"/>
              <p:cNvSpPr/>
              <p:nvPr/>
            </p:nvSpPr>
            <p:spPr>
              <a:xfrm>
                <a:off x="7833808" y="4092435"/>
                <a:ext cx="151906" cy="196947"/>
              </a:xfrm>
              <a:custGeom>
                <a:avLst/>
                <a:gdLst/>
                <a:ahLst/>
                <a:cxnLst/>
                <a:rect l="l" t="t" r="r" b="b"/>
                <a:pathLst>
                  <a:path w="1447" h="1876" extrusionOk="0">
                    <a:moveTo>
                      <a:pt x="698" y="0"/>
                    </a:moveTo>
                    <a:cubicBezTo>
                      <a:pt x="550" y="0"/>
                      <a:pt x="410" y="52"/>
                      <a:pt x="286" y="135"/>
                    </a:cubicBezTo>
                    <a:cubicBezTo>
                      <a:pt x="161" y="224"/>
                      <a:pt x="81" y="358"/>
                      <a:pt x="72" y="510"/>
                    </a:cubicBezTo>
                    <a:cubicBezTo>
                      <a:pt x="72" y="590"/>
                      <a:pt x="99" y="661"/>
                      <a:pt x="135" y="724"/>
                    </a:cubicBezTo>
                    <a:cubicBezTo>
                      <a:pt x="197" y="813"/>
                      <a:pt x="277" y="884"/>
                      <a:pt x="376" y="929"/>
                    </a:cubicBezTo>
                    <a:cubicBezTo>
                      <a:pt x="483" y="982"/>
                      <a:pt x="599" y="1009"/>
                      <a:pt x="715" y="1036"/>
                    </a:cubicBezTo>
                    <a:lnTo>
                      <a:pt x="723" y="1036"/>
                    </a:lnTo>
                    <a:cubicBezTo>
                      <a:pt x="848" y="1054"/>
                      <a:pt x="964" y="1089"/>
                      <a:pt x="1080" y="1152"/>
                    </a:cubicBezTo>
                    <a:cubicBezTo>
                      <a:pt x="1107" y="1170"/>
                      <a:pt x="1134" y="1197"/>
                      <a:pt x="1152" y="1232"/>
                    </a:cubicBezTo>
                    <a:cubicBezTo>
                      <a:pt x="1169" y="1259"/>
                      <a:pt x="1178" y="1286"/>
                      <a:pt x="1178" y="1312"/>
                    </a:cubicBezTo>
                    <a:cubicBezTo>
                      <a:pt x="1169" y="1393"/>
                      <a:pt x="1125" y="1464"/>
                      <a:pt x="1062" y="1500"/>
                    </a:cubicBezTo>
                    <a:cubicBezTo>
                      <a:pt x="964" y="1562"/>
                      <a:pt x="857" y="1598"/>
                      <a:pt x="741" y="1598"/>
                    </a:cubicBezTo>
                    <a:cubicBezTo>
                      <a:pt x="554" y="1589"/>
                      <a:pt x="376" y="1518"/>
                      <a:pt x="242" y="1393"/>
                    </a:cubicBezTo>
                    <a:cubicBezTo>
                      <a:pt x="216" y="1374"/>
                      <a:pt x="187" y="1365"/>
                      <a:pt x="158" y="1365"/>
                    </a:cubicBezTo>
                    <a:cubicBezTo>
                      <a:pt x="117" y="1365"/>
                      <a:pt x="77" y="1383"/>
                      <a:pt x="45" y="1420"/>
                    </a:cubicBezTo>
                    <a:cubicBezTo>
                      <a:pt x="1" y="1482"/>
                      <a:pt x="10" y="1571"/>
                      <a:pt x="72" y="1616"/>
                    </a:cubicBezTo>
                    <a:cubicBezTo>
                      <a:pt x="260" y="1776"/>
                      <a:pt x="491" y="1866"/>
                      <a:pt x="741" y="1875"/>
                    </a:cubicBezTo>
                    <a:cubicBezTo>
                      <a:pt x="753" y="1875"/>
                      <a:pt x="766" y="1875"/>
                      <a:pt x="778" y="1875"/>
                    </a:cubicBezTo>
                    <a:cubicBezTo>
                      <a:pt x="935" y="1875"/>
                      <a:pt x="1091" y="1822"/>
                      <a:pt x="1223" y="1723"/>
                    </a:cubicBezTo>
                    <a:cubicBezTo>
                      <a:pt x="1357" y="1634"/>
                      <a:pt x="1446" y="1482"/>
                      <a:pt x="1446" y="1321"/>
                    </a:cubicBezTo>
                    <a:cubicBezTo>
                      <a:pt x="1446" y="1241"/>
                      <a:pt x="1428" y="1170"/>
                      <a:pt x="1384" y="1098"/>
                    </a:cubicBezTo>
                    <a:cubicBezTo>
                      <a:pt x="1321" y="1009"/>
                      <a:pt x="1232" y="929"/>
                      <a:pt x="1125" y="884"/>
                    </a:cubicBezTo>
                    <a:cubicBezTo>
                      <a:pt x="1009" y="831"/>
                      <a:pt x="884" y="795"/>
                      <a:pt x="768" y="777"/>
                    </a:cubicBezTo>
                    <a:lnTo>
                      <a:pt x="759" y="777"/>
                    </a:lnTo>
                    <a:cubicBezTo>
                      <a:pt x="643" y="759"/>
                      <a:pt x="536" y="724"/>
                      <a:pt x="429" y="661"/>
                    </a:cubicBezTo>
                    <a:cubicBezTo>
                      <a:pt x="402" y="643"/>
                      <a:pt x="384" y="617"/>
                      <a:pt x="367" y="590"/>
                    </a:cubicBezTo>
                    <a:cubicBezTo>
                      <a:pt x="349" y="572"/>
                      <a:pt x="340" y="545"/>
                      <a:pt x="349" y="519"/>
                    </a:cubicBezTo>
                    <a:cubicBezTo>
                      <a:pt x="349" y="447"/>
                      <a:pt x="384" y="385"/>
                      <a:pt x="447" y="349"/>
                    </a:cubicBezTo>
                    <a:cubicBezTo>
                      <a:pt x="527" y="295"/>
                      <a:pt x="634" y="260"/>
                      <a:pt x="732" y="260"/>
                    </a:cubicBezTo>
                    <a:cubicBezTo>
                      <a:pt x="893" y="260"/>
                      <a:pt x="1018" y="340"/>
                      <a:pt x="1152" y="429"/>
                    </a:cubicBezTo>
                    <a:lnTo>
                      <a:pt x="1161" y="429"/>
                    </a:lnTo>
                    <a:cubicBezTo>
                      <a:pt x="1184" y="446"/>
                      <a:pt x="1210" y="454"/>
                      <a:pt x="1236" y="454"/>
                    </a:cubicBezTo>
                    <a:cubicBezTo>
                      <a:pt x="1277" y="454"/>
                      <a:pt x="1317" y="433"/>
                      <a:pt x="1339" y="394"/>
                    </a:cubicBezTo>
                    <a:cubicBezTo>
                      <a:pt x="1384" y="331"/>
                      <a:pt x="1366" y="251"/>
                      <a:pt x="1303" y="206"/>
                    </a:cubicBezTo>
                    <a:cubicBezTo>
                      <a:pt x="1169" y="117"/>
                      <a:pt x="982" y="1"/>
                      <a:pt x="732" y="1"/>
                    </a:cubicBezTo>
                    <a:cubicBezTo>
                      <a:pt x="721" y="0"/>
                      <a:pt x="709" y="0"/>
                      <a:pt x="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28" name="Google Shape;728;p30"/>
              <p:cNvGrpSpPr/>
              <p:nvPr/>
            </p:nvGrpSpPr>
            <p:grpSpPr>
              <a:xfrm>
                <a:off x="7727046" y="4277931"/>
                <a:ext cx="218357" cy="325969"/>
                <a:chOff x="7727046" y="4277931"/>
                <a:chExt cx="218357" cy="325969"/>
              </a:xfrm>
            </p:grpSpPr>
            <p:sp>
              <p:nvSpPr>
                <p:cNvPr id="729" name="Google Shape;729;p30"/>
                <p:cNvSpPr/>
                <p:nvPr/>
              </p:nvSpPr>
              <p:spPr>
                <a:xfrm>
                  <a:off x="7779535" y="4327586"/>
                  <a:ext cx="165868" cy="2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0" h="2632" extrusionOk="0">
                      <a:moveTo>
                        <a:pt x="0" y="0"/>
                      </a:moveTo>
                      <a:lnTo>
                        <a:pt x="0" y="2248"/>
                      </a:lnTo>
                      <a:lnTo>
                        <a:pt x="545" y="1829"/>
                      </a:lnTo>
                      <a:lnTo>
                        <a:pt x="875" y="2632"/>
                      </a:lnTo>
                      <a:lnTo>
                        <a:pt x="1205" y="2489"/>
                      </a:lnTo>
                      <a:lnTo>
                        <a:pt x="875" y="1695"/>
                      </a:lnTo>
                      <a:lnTo>
                        <a:pt x="1579" y="15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" name="Google Shape;730;p30"/>
                <p:cNvSpPr/>
                <p:nvPr/>
              </p:nvSpPr>
              <p:spPr>
                <a:xfrm>
                  <a:off x="7777645" y="4277931"/>
                  <a:ext cx="3884" cy="235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224" extrusionOk="0">
                      <a:moveTo>
                        <a:pt x="18" y="0"/>
                      </a:moveTo>
                      <a:cubicBezTo>
                        <a:pt x="1" y="36"/>
                        <a:pt x="1" y="72"/>
                        <a:pt x="1" y="116"/>
                      </a:cubicBezTo>
                      <a:cubicBezTo>
                        <a:pt x="1" y="152"/>
                        <a:pt x="1" y="188"/>
                        <a:pt x="18" y="223"/>
                      </a:cubicBezTo>
                      <a:cubicBezTo>
                        <a:pt x="36" y="188"/>
                        <a:pt x="36" y="152"/>
                        <a:pt x="36" y="116"/>
                      </a:cubicBezTo>
                      <a:cubicBezTo>
                        <a:pt x="36" y="72"/>
                        <a:pt x="36" y="36"/>
                        <a:pt x="1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" name="Google Shape;731;p30"/>
                <p:cNvSpPr/>
                <p:nvPr/>
              </p:nvSpPr>
              <p:spPr>
                <a:xfrm>
                  <a:off x="7742058" y="4292943"/>
                  <a:ext cx="17007" cy="16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18" y="36"/>
                        <a:pt x="45" y="72"/>
                        <a:pt x="72" y="98"/>
                      </a:cubicBezTo>
                      <a:cubicBezTo>
                        <a:pt x="99" y="125"/>
                        <a:pt x="125" y="152"/>
                        <a:pt x="161" y="161"/>
                      </a:cubicBezTo>
                      <a:cubicBezTo>
                        <a:pt x="125" y="98"/>
                        <a:pt x="72" y="36"/>
                        <a:pt x="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2" name="Google Shape;732;p30"/>
                <p:cNvSpPr/>
                <p:nvPr/>
              </p:nvSpPr>
              <p:spPr>
                <a:xfrm>
                  <a:off x="7727046" y="4328531"/>
                  <a:ext cx="23516" cy="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45" extrusionOk="0">
                      <a:moveTo>
                        <a:pt x="108" y="0"/>
                      </a:moveTo>
                      <a:cubicBezTo>
                        <a:pt x="72" y="0"/>
                        <a:pt x="37" y="9"/>
                        <a:pt x="1" y="18"/>
                      </a:cubicBezTo>
                      <a:cubicBezTo>
                        <a:pt x="37" y="36"/>
                        <a:pt x="72" y="45"/>
                        <a:pt x="108" y="45"/>
                      </a:cubicBezTo>
                      <a:cubicBezTo>
                        <a:pt x="152" y="45"/>
                        <a:pt x="188" y="36"/>
                        <a:pt x="224" y="18"/>
                      </a:cubicBezTo>
                      <a:cubicBezTo>
                        <a:pt x="188" y="9"/>
                        <a:pt x="152" y="0"/>
                        <a:pt x="10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3" name="Google Shape;733;p30"/>
                <p:cNvSpPr/>
                <p:nvPr/>
              </p:nvSpPr>
              <p:spPr>
                <a:xfrm>
                  <a:off x="7742058" y="4350996"/>
                  <a:ext cx="17007" cy="16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161" y="0"/>
                      </a:moveTo>
                      <a:lnTo>
                        <a:pt x="161" y="0"/>
                      </a:lnTo>
                      <a:cubicBezTo>
                        <a:pt x="125" y="18"/>
                        <a:pt x="99" y="36"/>
                        <a:pt x="72" y="72"/>
                      </a:cubicBezTo>
                      <a:cubicBezTo>
                        <a:pt x="45" y="90"/>
                        <a:pt x="18" y="125"/>
                        <a:pt x="1" y="161"/>
                      </a:cubicBezTo>
                      <a:cubicBezTo>
                        <a:pt x="36" y="143"/>
                        <a:pt x="72" y="125"/>
                        <a:pt x="99" y="98"/>
                      </a:cubicBezTo>
                      <a:cubicBezTo>
                        <a:pt x="125" y="72"/>
                        <a:pt x="143" y="36"/>
                        <a:pt x="1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4" name="Google Shape;734;p30"/>
                <p:cNvSpPr/>
                <p:nvPr/>
              </p:nvSpPr>
              <p:spPr>
                <a:xfrm>
                  <a:off x="7808509" y="4328216"/>
                  <a:ext cx="23516" cy="44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42" extrusionOk="0">
                      <a:moveTo>
                        <a:pt x="112" y="1"/>
                      </a:moveTo>
                      <a:cubicBezTo>
                        <a:pt x="75" y="1"/>
                        <a:pt x="37" y="8"/>
                        <a:pt x="1" y="21"/>
                      </a:cubicBezTo>
                      <a:cubicBezTo>
                        <a:pt x="37" y="34"/>
                        <a:pt x="75" y="41"/>
                        <a:pt x="112" y="41"/>
                      </a:cubicBezTo>
                      <a:cubicBezTo>
                        <a:pt x="150" y="41"/>
                        <a:pt x="188" y="34"/>
                        <a:pt x="224" y="21"/>
                      </a:cubicBezTo>
                      <a:cubicBezTo>
                        <a:pt x="188" y="8"/>
                        <a:pt x="150" y="1"/>
                        <a:pt x="11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5" name="Google Shape;735;p30"/>
                <p:cNvSpPr/>
                <p:nvPr/>
              </p:nvSpPr>
              <p:spPr>
                <a:xfrm>
                  <a:off x="7800110" y="4292943"/>
                  <a:ext cx="17007" cy="16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61" extrusionOk="0">
                      <a:moveTo>
                        <a:pt x="161" y="0"/>
                      </a:moveTo>
                      <a:lnTo>
                        <a:pt x="161" y="0"/>
                      </a:lnTo>
                      <a:cubicBezTo>
                        <a:pt x="90" y="36"/>
                        <a:pt x="36" y="98"/>
                        <a:pt x="1" y="161"/>
                      </a:cubicBezTo>
                      <a:cubicBezTo>
                        <a:pt x="36" y="152"/>
                        <a:pt x="63" y="125"/>
                        <a:pt x="90" y="98"/>
                      </a:cubicBezTo>
                      <a:cubicBezTo>
                        <a:pt x="126" y="72"/>
                        <a:pt x="143" y="36"/>
                        <a:pt x="1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36" name="Google Shape;736;p30"/>
            <p:cNvGrpSpPr/>
            <p:nvPr/>
          </p:nvGrpSpPr>
          <p:grpSpPr>
            <a:xfrm>
              <a:off x="4170534" y="3788683"/>
              <a:ext cx="1113547" cy="709523"/>
              <a:chOff x="3871443" y="3950189"/>
              <a:chExt cx="815905" cy="519873"/>
            </a:xfrm>
          </p:grpSpPr>
          <p:sp>
            <p:nvSpPr>
              <p:cNvPr id="737" name="Google Shape;737;p30"/>
              <p:cNvSpPr/>
              <p:nvPr/>
            </p:nvSpPr>
            <p:spPr>
              <a:xfrm>
                <a:off x="3871443" y="3950189"/>
                <a:ext cx="815905" cy="519873"/>
              </a:xfrm>
              <a:custGeom>
                <a:avLst/>
                <a:gdLst/>
                <a:ahLst/>
                <a:cxnLst/>
                <a:rect l="l" t="t" r="r" b="b"/>
                <a:pathLst>
                  <a:path w="7772" h="4952" extrusionOk="0">
                    <a:moveTo>
                      <a:pt x="1" y="0"/>
                    </a:moveTo>
                    <a:lnTo>
                      <a:pt x="1" y="4951"/>
                    </a:lnTo>
                    <a:lnTo>
                      <a:pt x="7771" y="4951"/>
                    </a:lnTo>
                    <a:lnTo>
                      <a:pt x="7771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800" b="1">
                    <a:solidFill>
                      <a:schemeClr val="accen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  JS</a:t>
                </a:r>
                <a:endParaRPr sz="2800" b="1">
                  <a:solidFill>
                    <a:schemeClr val="accen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738" name="Google Shape;738;p30"/>
              <p:cNvSpPr/>
              <p:nvPr/>
            </p:nvSpPr>
            <p:spPr>
              <a:xfrm>
                <a:off x="3871443" y="3950189"/>
                <a:ext cx="815905" cy="98369"/>
              </a:xfrm>
              <a:custGeom>
                <a:avLst/>
                <a:gdLst/>
                <a:ahLst/>
                <a:cxnLst/>
                <a:rect l="l" t="t" r="r" b="b"/>
                <a:pathLst>
                  <a:path w="7772" h="937" extrusionOk="0">
                    <a:moveTo>
                      <a:pt x="1" y="0"/>
                    </a:moveTo>
                    <a:lnTo>
                      <a:pt x="1" y="937"/>
                    </a:lnTo>
                    <a:lnTo>
                      <a:pt x="7771" y="937"/>
                    </a:lnTo>
                    <a:lnTo>
                      <a:pt x="777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30"/>
              <p:cNvSpPr/>
              <p:nvPr/>
            </p:nvSpPr>
            <p:spPr>
              <a:xfrm>
                <a:off x="3914589" y="3975384"/>
                <a:ext cx="49761" cy="48817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65" extrusionOk="0">
                    <a:moveTo>
                      <a:pt x="241" y="1"/>
                    </a:moveTo>
                    <a:cubicBezTo>
                      <a:pt x="107" y="1"/>
                      <a:pt x="0" y="99"/>
                      <a:pt x="0" y="233"/>
                    </a:cubicBezTo>
                    <a:cubicBezTo>
                      <a:pt x="0" y="367"/>
                      <a:pt x="107" y="465"/>
                      <a:pt x="241" y="465"/>
                    </a:cubicBezTo>
                    <a:cubicBezTo>
                      <a:pt x="366" y="465"/>
                      <a:pt x="473" y="367"/>
                      <a:pt x="473" y="233"/>
                    </a:cubicBezTo>
                    <a:cubicBezTo>
                      <a:pt x="473" y="99"/>
                      <a:pt x="366" y="1"/>
                      <a:pt x="2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30"/>
              <p:cNvSpPr/>
              <p:nvPr/>
            </p:nvSpPr>
            <p:spPr>
              <a:xfrm>
                <a:off x="4015682" y="3975384"/>
                <a:ext cx="49761" cy="48817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65" extrusionOk="0">
                    <a:moveTo>
                      <a:pt x="242" y="1"/>
                    </a:moveTo>
                    <a:cubicBezTo>
                      <a:pt x="108" y="1"/>
                      <a:pt x="1" y="99"/>
                      <a:pt x="1" y="233"/>
                    </a:cubicBezTo>
                    <a:cubicBezTo>
                      <a:pt x="1" y="367"/>
                      <a:pt x="108" y="465"/>
                      <a:pt x="242" y="465"/>
                    </a:cubicBezTo>
                    <a:cubicBezTo>
                      <a:pt x="366" y="465"/>
                      <a:pt x="474" y="367"/>
                      <a:pt x="474" y="233"/>
                    </a:cubicBezTo>
                    <a:cubicBezTo>
                      <a:pt x="474" y="99"/>
                      <a:pt x="366" y="1"/>
                      <a:pt x="2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30"/>
              <p:cNvSpPr/>
              <p:nvPr/>
            </p:nvSpPr>
            <p:spPr>
              <a:xfrm>
                <a:off x="4116880" y="3975384"/>
                <a:ext cx="49656" cy="48817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65" extrusionOk="0">
                    <a:moveTo>
                      <a:pt x="232" y="1"/>
                    </a:moveTo>
                    <a:cubicBezTo>
                      <a:pt x="107" y="1"/>
                      <a:pt x="0" y="99"/>
                      <a:pt x="0" y="233"/>
                    </a:cubicBezTo>
                    <a:cubicBezTo>
                      <a:pt x="0" y="367"/>
                      <a:pt x="107" y="465"/>
                      <a:pt x="232" y="465"/>
                    </a:cubicBezTo>
                    <a:cubicBezTo>
                      <a:pt x="366" y="465"/>
                      <a:pt x="473" y="367"/>
                      <a:pt x="473" y="233"/>
                    </a:cubicBezTo>
                    <a:cubicBezTo>
                      <a:pt x="473" y="99"/>
                      <a:pt x="366" y="1"/>
                      <a:pt x="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6" name="Google Shape;746;p31"/>
          <p:cNvCxnSpPr/>
          <p:nvPr/>
        </p:nvCxnSpPr>
        <p:spPr>
          <a:xfrm rot="10800000">
            <a:off x="8838225" y="0"/>
            <a:ext cx="0" cy="4859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7" name="Google Shape;7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6625" y="111525"/>
            <a:ext cx="3455100" cy="4636049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31"/>
          <p:cNvSpPr txBox="1">
            <a:spLocks noGrp="1"/>
          </p:cNvSpPr>
          <p:nvPr>
            <p:ph type="subTitle" idx="4294967295"/>
          </p:nvPr>
        </p:nvSpPr>
        <p:spPr>
          <a:xfrm>
            <a:off x="598675" y="321750"/>
            <a:ext cx="3102900" cy="17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br>
              <a:rPr lang="en"/>
            </a:br>
            <a:r>
              <a:rPr lang="en"/>
              <a:t>•  $.ajax - É uma tecnologia que permite enviar e receber dados de um servidor, sem precisar recarregar a página inteira.</a:t>
            </a:r>
            <a:br>
              <a:rPr lang="en"/>
            </a:br>
            <a:r>
              <a:rPr lang="en"/>
              <a:t> </a:t>
            </a:r>
            <a:br>
              <a:rPr lang="en"/>
            </a:br>
            <a:r>
              <a:rPr lang="en"/>
              <a:t>•  JSON - Quando você faz uma solicitação AJAX para um servidor, é comum que o servidor responde com dados formatados em JSON</a:t>
            </a:r>
            <a:br>
              <a:rPr lang="en"/>
            </a:br>
            <a:br>
              <a:rPr lang="en"/>
            </a:br>
            <a:r>
              <a:rPr lang="en"/>
              <a:t>•  Criamos os arquivos ‘getById.php’ , 'deleteUser.php', 'updateUser.php' e 'createUser.php' para adicionar ações aos botões criados para adicionar, atualizar e deletar os registros do banco de dados através do ID  usando o JavaScript. 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2"/>
          <p:cNvSpPr txBox="1">
            <a:spLocks noGrp="1"/>
          </p:cNvSpPr>
          <p:nvPr>
            <p:ph type="ctrTitle"/>
          </p:nvPr>
        </p:nvSpPr>
        <p:spPr>
          <a:xfrm>
            <a:off x="4572000" y="1689350"/>
            <a:ext cx="3789600" cy="120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Obrigado!</a:t>
            </a:r>
            <a:endParaRPr/>
          </a:p>
        </p:txBody>
      </p:sp>
      <p:grpSp>
        <p:nvGrpSpPr>
          <p:cNvPr id="754" name="Google Shape;754;p32"/>
          <p:cNvGrpSpPr/>
          <p:nvPr/>
        </p:nvGrpSpPr>
        <p:grpSpPr>
          <a:xfrm>
            <a:off x="397713" y="580081"/>
            <a:ext cx="3902568" cy="4290772"/>
            <a:chOff x="713158" y="597052"/>
            <a:chExt cx="3500689" cy="4007071"/>
          </a:xfrm>
        </p:grpSpPr>
        <p:grpSp>
          <p:nvGrpSpPr>
            <p:cNvPr id="755" name="Google Shape;755;p32"/>
            <p:cNvGrpSpPr/>
            <p:nvPr/>
          </p:nvGrpSpPr>
          <p:grpSpPr>
            <a:xfrm>
              <a:off x="713158" y="691167"/>
              <a:ext cx="3500689" cy="3912956"/>
              <a:chOff x="1779314" y="1509425"/>
              <a:chExt cx="2941508" cy="3287646"/>
            </a:xfrm>
          </p:grpSpPr>
          <p:sp>
            <p:nvSpPr>
              <p:cNvPr id="756" name="Google Shape;756;p32"/>
              <p:cNvSpPr/>
              <p:nvPr/>
            </p:nvSpPr>
            <p:spPr>
              <a:xfrm>
                <a:off x="2826875" y="2640095"/>
                <a:ext cx="569393" cy="2145270"/>
              </a:xfrm>
              <a:custGeom>
                <a:avLst/>
                <a:gdLst/>
                <a:ahLst/>
                <a:cxnLst/>
                <a:rect l="l" t="t" r="r" b="b"/>
                <a:pathLst>
                  <a:path w="4364" h="16442" extrusionOk="0">
                    <a:moveTo>
                      <a:pt x="1" y="0"/>
                    </a:moveTo>
                    <a:lnTo>
                      <a:pt x="1" y="16442"/>
                    </a:lnTo>
                    <a:lnTo>
                      <a:pt x="4363" y="16442"/>
                    </a:lnTo>
                    <a:lnTo>
                      <a:pt x="43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32"/>
              <p:cNvSpPr/>
              <p:nvPr/>
            </p:nvSpPr>
            <p:spPr>
              <a:xfrm>
                <a:off x="1779314" y="2640095"/>
                <a:ext cx="1047714" cy="2145270"/>
              </a:xfrm>
              <a:custGeom>
                <a:avLst/>
                <a:gdLst/>
                <a:ahLst/>
                <a:cxnLst/>
                <a:rect l="l" t="t" r="r" b="b"/>
                <a:pathLst>
                  <a:path w="8030" h="16442" extrusionOk="0">
                    <a:moveTo>
                      <a:pt x="1" y="0"/>
                    </a:moveTo>
                    <a:lnTo>
                      <a:pt x="1" y="16442"/>
                    </a:lnTo>
                    <a:lnTo>
                      <a:pt x="8030" y="16442"/>
                    </a:lnTo>
                    <a:lnTo>
                      <a:pt x="803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1845724" y="4507019"/>
                <a:ext cx="902235" cy="208499"/>
              </a:xfrm>
              <a:custGeom>
                <a:avLst/>
                <a:gdLst/>
                <a:ahLst/>
                <a:cxnLst/>
                <a:rect l="l" t="t" r="r" b="b"/>
                <a:pathLst>
                  <a:path w="6915" h="1598" extrusionOk="0">
                    <a:moveTo>
                      <a:pt x="0" y="1"/>
                    </a:moveTo>
                    <a:lnTo>
                      <a:pt x="0" y="1598"/>
                    </a:lnTo>
                    <a:lnTo>
                      <a:pt x="6914" y="1598"/>
                    </a:lnTo>
                    <a:lnTo>
                      <a:pt x="6914" y="1"/>
                    </a:lnTo>
                    <a:close/>
                  </a:path>
                </a:pathLst>
              </a:custGeom>
              <a:solidFill>
                <a:srgbClr val="1A2E3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2"/>
              <p:cNvSpPr/>
              <p:nvPr/>
            </p:nvSpPr>
            <p:spPr>
              <a:xfrm>
                <a:off x="2161075" y="4540811"/>
                <a:ext cx="9525" cy="139739"/>
              </a:xfrm>
              <a:custGeom>
                <a:avLst/>
                <a:gdLst/>
                <a:ahLst/>
                <a:cxnLst/>
                <a:rect l="l" t="t" r="r" b="b"/>
                <a:pathLst>
                  <a:path w="73" h="1071" extrusionOk="0">
                    <a:moveTo>
                      <a:pt x="1" y="0"/>
                    </a:moveTo>
                    <a:lnTo>
                      <a:pt x="1" y="1071"/>
                    </a:lnTo>
                    <a:lnTo>
                      <a:pt x="72" y="1071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2"/>
              <p:cNvSpPr/>
              <p:nvPr/>
            </p:nvSpPr>
            <p:spPr>
              <a:xfrm>
                <a:off x="1845724" y="4255599"/>
                <a:ext cx="902235" cy="208499"/>
              </a:xfrm>
              <a:custGeom>
                <a:avLst/>
                <a:gdLst/>
                <a:ahLst/>
                <a:cxnLst/>
                <a:rect l="l" t="t" r="r" b="b"/>
                <a:pathLst>
                  <a:path w="6915" h="1598" extrusionOk="0">
                    <a:moveTo>
                      <a:pt x="0" y="1"/>
                    </a:moveTo>
                    <a:lnTo>
                      <a:pt x="0" y="1598"/>
                    </a:lnTo>
                    <a:lnTo>
                      <a:pt x="6914" y="1598"/>
                    </a:lnTo>
                    <a:lnTo>
                      <a:pt x="6914" y="1"/>
                    </a:lnTo>
                    <a:close/>
                  </a:path>
                </a:pathLst>
              </a:custGeom>
              <a:solidFill>
                <a:srgbClr val="1A2E3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2"/>
              <p:cNvSpPr/>
              <p:nvPr/>
            </p:nvSpPr>
            <p:spPr>
              <a:xfrm>
                <a:off x="2161075" y="4289391"/>
                <a:ext cx="9525" cy="139739"/>
              </a:xfrm>
              <a:custGeom>
                <a:avLst/>
                <a:gdLst/>
                <a:ahLst/>
                <a:cxnLst/>
                <a:rect l="l" t="t" r="r" b="b"/>
                <a:pathLst>
                  <a:path w="73" h="1071" extrusionOk="0">
                    <a:moveTo>
                      <a:pt x="1" y="0"/>
                    </a:moveTo>
                    <a:lnTo>
                      <a:pt x="1" y="1071"/>
                    </a:lnTo>
                    <a:lnTo>
                      <a:pt x="72" y="1071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2"/>
              <p:cNvSpPr/>
              <p:nvPr/>
            </p:nvSpPr>
            <p:spPr>
              <a:xfrm>
                <a:off x="1845724" y="4004180"/>
                <a:ext cx="902235" cy="208499"/>
              </a:xfrm>
              <a:custGeom>
                <a:avLst/>
                <a:gdLst/>
                <a:ahLst/>
                <a:cxnLst/>
                <a:rect l="l" t="t" r="r" b="b"/>
                <a:pathLst>
                  <a:path w="6915" h="1598" extrusionOk="0">
                    <a:moveTo>
                      <a:pt x="0" y="1"/>
                    </a:moveTo>
                    <a:lnTo>
                      <a:pt x="0" y="1598"/>
                    </a:lnTo>
                    <a:lnTo>
                      <a:pt x="6914" y="1598"/>
                    </a:lnTo>
                    <a:lnTo>
                      <a:pt x="6914" y="1"/>
                    </a:lnTo>
                    <a:close/>
                  </a:path>
                </a:pathLst>
              </a:custGeom>
              <a:solidFill>
                <a:srgbClr val="1A2E3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2"/>
              <p:cNvSpPr/>
              <p:nvPr/>
            </p:nvSpPr>
            <p:spPr>
              <a:xfrm>
                <a:off x="2161075" y="4037972"/>
                <a:ext cx="9525" cy="139869"/>
              </a:xfrm>
              <a:custGeom>
                <a:avLst/>
                <a:gdLst/>
                <a:ahLst/>
                <a:cxnLst/>
                <a:rect l="l" t="t" r="r" b="b"/>
                <a:pathLst>
                  <a:path w="73" h="1072" extrusionOk="0">
                    <a:moveTo>
                      <a:pt x="1" y="1"/>
                    </a:moveTo>
                    <a:lnTo>
                      <a:pt x="1" y="1071"/>
                    </a:lnTo>
                    <a:lnTo>
                      <a:pt x="72" y="1071"/>
                    </a:lnTo>
                    <a:lnTo>
                      <a:pt x="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2"/>
              <p:cNvSpPr/>
              <p:nvPr/>
            </p:nvSpPr>
            <p:spPr>
              <a:xfrm>
                <a:off x="1845724" y="3752760"/>
                <a:ext cx="902235" cy="208499"/>
              </a:xfrm>
              <a:custGeom>
                <a:avLst/>
                <a:gdLst/>
                <a:ahLst/>
                <a:cxnLst/>
                <a:rect l="l" t="t" r="r" b="b"/>
                <a:pathLst>
                  <a:path w="6915" h="1598" extrusionOk="0">
                    <a:moveTo>
                      <a:pt x="0" y="1"/>
                    </a:moveTo>
                    <a:lnTo>
                      <a:pt x="0" y="1598"/>
                    </a:lnTo>
                    <a:lnTo>
                      <a:pt x="6914" y="1598"/>
                    </a:lnTo>
                    <a:lnTo>
                      <a:pt x="6914" y="1"/>
                    </a:lnTo>
                    <a:close/>
                  </a:path>
                </a:pathLst>
              </a:custGeom>
              <a:solidFill>
                <a:srgbClr val="1A2E3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2"/>
              <p:cNvSpPr/>
              <p:nvPr/>
            </p:nvSpPr>
            <p:spPr>
              <a:xfrm>
                <a:off x="2161075" y="3786553"/>
                <a:ext cx="9525" cy="139869"/>
              </a:xfrm>
              <a:custGeom>
                <a:avLst/>
                <a:gdLst/>
                <a:ahLst/>
                <a:cxnLst/>
                <a:rect l="l" t="t" r="r" b="b"/>
                <a:pathLst>
                  <a:path w="73" h="1072" extrusionOk="0">
                    <a:moveTo>
                      <a:pt x="1" y="1"/>
                    </a:moveTo>
                    <a:lnTo>
                      <a:pt x="1" y="1071"/>
                    </a:lnTo>
                    <a:lnTo>
                      <a:pt x="72" y="1071"/>
                    </a:lnTo>
                    <a:lnTo>
                      <a:pt x="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2"/>
              <p:cNvSpPr/>
              <p:nvPr/>
            </p:nvSpPr>
            <p:spPr>
              <a:xfrm>
                <a:off x="1845724" y="3501341"/>
                <a:ext cx="902235" cy="208499"/>
              </a:xfrm>
              <a:custGeom>
                <a:avLst/>
                <a:gdLst/>
                <a:ahLst/>
                <a:cxnLst/>
                <a:rect l="l" t="t" r="r" b="b"/>
                <a:pathLst>
                  <a:path w="6915" h="1598" extrusionOk="0">
                    <a:moveTo>
                      <a:pt x="0" y="1"/>
                    </a:moveTo>
                    <a:lnTo>
                      <a:pt x="0" y="1598"/>
                    </a:lnTo>
                    <a:lnTo>
                      <a:pt x="6914" y="1598"/>
                    </a:lnTo>
                    <a:lnTo>
                      <a:pt x="6914" y="1"/>
                    </a:lnTo>
                    <a:close/>
                  </a:path>
                </a:pathLst>
              </a:custGeom>
              <a:solidFill>
                <a:srgbClr val="1A2E3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2"/>
              <p:cNvSpPr/>
              <p:nvPr/>
            </p:nvSpPr>
            <p:spPr>
              <a:xfrm>
                <a:off x="2161075" y="3535133"/>
                <a:ext cx="9525" cy="139869"/>
              </a:xfrm>
              <a:custGeom>
                <a:avLst/>
                <a:gdLst/>
                <a:ahLst/>
                <a:cxnLst/>
                <a:rect l="l" t="t" r="r" b="b"/>
                <a:pathLst>
                  <a:path w="73" h="1072" extrusionOk="0">
                    <a:moveTo>
                      <a:pt x="1" y="1"/>
                    </a:moveTo>
                    <a:lnTo>
                      <a:pt x="1" y="1071"/>
                    </a:lnTo>
                    <a:lnTo>
                      <a:pt x="72" y="1071"/>
                    </a:lnTo>
                    <a:lnTo>
                      <a:pt x="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2"/>
              <p:cNvSpPr/>
              <p:nvPr/>
            </p:nvSpPr>
            <p:spPr>
              <a:xfrm>
                <a:off x="1845724" y="3250052"/>
                <a:ext cx="902235" cy="208369"/>
              </a:xfrm>
              <a:custGeom>
                <a:avLst/>
                <a:gdLst/>
                <a:ahLst/>
                <a:cxnLst/>
                <a:rect l="l" t="t" r="r" b="b"/>
                <a:pathLst>
                  <a:path w="6915" h="1597" extrusionOk="0">
                    <a:moveTo>
                      <a:pt x="0" y="0"/>
                    </a:moveTo>
                    <a:lnTo>
                      <a:pt x="0" y="1597"/>
                    </a:lnTo>
                    <a:lnTo>
                      <a:pt x="6914" y="1597"/>
                    </a:lnTo>
                    <a:lnTo>
                      <a:pt x="6914" y="0"/>
                    </a:lnTo>
                    <a:close/>
                  </a:path>
                </a:pathLst>
              </a:custGeom>
              <a:solidFill>
                <a:srgbClr val="1A2E3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32"/>
              <p:cNvSpPr/>
              <p:nvPr/>
            </p:nvSpPr>
            <p:spPr>
              <a:xfrm>
                <a:off x="2161075" y="3284888"/>
                <a:ext cx="9525" cy="139869"/>
              </a:xfrm>
              <a:custGeom>
                <a:avLst/>
                <a:gdLst/>
                <a:ahLst/>
                <a:cxnLst/>
                <a:rect l="l" t="t" r="r" b="b"/>
                <a:pathLst>
                  <a:path w="73" h="1072" extrusionOk="0">
                    <a:moveTo>
                      <a:pt x="1" y="1"/>
                    </a:moveTo>
                    <a:lnTo>
                      <a:pt x="1" y="1071"/>
                    </a:lnTo>
                    <a:lnTo>
                      <a:pt x="72" y="1071"/>
                    </a:lnTo>
                    <a:lnTo>
                      <a:pt x="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32"/>
              <p:cNvSpPr/>
              <p:nvPr/>
            </p:nvSpPr>
            <p:spPr>
              <a:xfrm>
                <a:off x="1845724" y="2998632"/>
                <a:ext cx="902235" cy="208369"/>
              </a:xfrm>
              <a:custGeom>
                <a:avLst/>
                <a:gdLst/>
                <a:ahLst/>
                <a:cxnLst/>
                <a:rect l="l" t="t" r="r" b="b"/>
                <a:pathLst>
                  <a:path w="6915" h="1597" extrusionOk="0">
                    <a:moveTo>
                      <a:pt x="0" y="0"/>
                    </a:moveTo>
                    <a:lnTo>
                      <a:pt x="0" y="1597"/>
                    </a:lnTo>
                    <a:lnTo>
                      <a:pt x="6914" y="1597"/>
                    </a:lnTo>
                    <a:lnTo>
                      <a:pt x="6914" y="0"/>
                    </a:lnTo>
                    <a:close/>
                  </a:path>
                </a:pathLst>
              </a:custGeom>
              <a:solidFill>
                <a:srgbClr val="1A2E3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32"/>
              <p:cNvSpPr/>
              <p:nvPr/>
            </p:nvSpPr>
            <p:spPr>
              <a:xfrm>
                <a:off x="2161075" y="3033468"/>
                <a:ext cx="9525" cy="139869"/>
              </a:xfrm>
              <a:custGeom>
                <a:avLst/>
                <a:gdLst/>
                <a:ahLst/>
                <a:cxnLst/>
                <a:rect l="l" t="t" r="r" b="b"/>
                <a:pathLst>
                  <a:path w="73" h="1072" extrusionOk="0">
                    <a:moveTo>
                      <a:pt x="1" y="1"/>
                    </a:moveTo>
                    <a:lnTo>
                      <a:pt x="1" y="1071"/>
                    </a:lnTo>
                    <a:lnTo>
                      <a:pt x="72" y="1071"/>
                    </a:lnTo>
                    <a:lnTo>
                      <a:pt x="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32"/>
              <p:cNvSpPr/>
              <p:nvPr/>
            </p:nvSpPr>
            <p:spPr>
              <a:xfrm>
                <a:off x="1845724" y="2747213"/>
                <a:ext cx="902235" cy="208369"/>
              </a:xfrm>
              <a:custGeom>
                <a:avLst/>
                <a:gdLst/>
                <a:ahLst/>
                <a:cxnLst/>
                <a:rect l="l" t="t" r="r" b="b"/>
                <a:pathLst>
                  <a:path w="6915" h="1597" extrusionOk="0">
                    <a:moveTo>
                      <a:pt x="0" y="0"/>
                    </a:moveTo>
                    <a:lnTo>
                      <a:pt x="0" y="1597"/>
                    </a:lnTo>
                    <a:lnTo>
                      <a:pt x="6914" y="1597"/>
                    </a:lnTo>
                    <a:lnTo>
                      <a:pt x="6914" y="0"/>
                    </a:lnTo>
                    <a:close/>
                  </a:path>
                </a:pathLst>
              </a:custGeom>
              <a:solidFill>
                <a:srgbClr val="1A2E3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73" name="Google Shape;773;p32"/>
              <p:cNvGrpSpPr/>
              <p:nvPr/>
            </p:nvGrpSpPr>
            <p:grpSpPr>
              <a:xfrm>
                <a:off x="2197179" y="2782049"/>
                <a:ext cx="513419" cy="1898498"/>
                <a:chOff x="713225" y="2782049"/>
                <a:chExt cx="513419" cy="1898498"/>
              </a:xfrm>
            </p:grpSpPr>
            <p:sp>
              <p:nvSpPr>
                <p:cNvPr id="774" name="Google Shape;774;p32"/>
                <p:cNvSpPr/>
                <p:nvPr/>
              </p:nvSpPr>
              <p:spPr>
                <a:xfrm>
                  <a:off x="713225" y="4540811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5" name="Google Shape;775;p32"/>
                <p:cNvSpPr/>
                <p:nvPr/>
              </p:nvSpPr>
              <p:spPr>
                <a:xfrm>
                  <a:off x="713225" y="4571080"/>
                  <a:ext cx="513419" cy="18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44" extrusionOk="0">
                      <a:moveTo>
                        <a:pt x="0" y="0"/>
                      </a:moveTo>
                      <a:lnTo>
                        <a:pt x="0" y="143"/>
                      </a:lnTo>
                      <a:lnTo>
                        <a:pt x="3934" y="143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6" name="Google Shape;776;p32"/>
                <p:cNvSpPr/>
                <p:nvPr/>
              </p:nvSpPr>
              <p:spPr>
                <a:xfrm>
                  <a:off x="713225" y="4602524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7" name="Google Shape;777;p32"/>
                <p:cNvSpPr/>
                <p:nvPr/>
              </p:nvSpPr>
              <p:spPr>
                <a:xfrm>
                  <a:off x="713225" y="4632794"/>
                  <a:ext cx="513419" cy="17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4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8" name="Google Shape;778;p32"/>
                <p:cNvSpPr/>
                <p:nvPr/>
              </p:nvSpPr>
              <p:spPr>
                <a:xfrm>
                  <a:off x="713225" y="4663063"/>
                  <a:ext cx="513419" cy="17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4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9" name="Google Shape;779;p32"/>
                <p:cNvSpPr/>
                <p:nvPr/>
              </p:nvSpPr>
              <p:spPr>
                <a:xfrm>
                  <a:off x="713225" y="4289391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0" name="Google Shape;780;p32"/>
                <p:cNvSpPr/>
                <p:nvPr/>
              </p:nvSpPr>
              <p:spPr>
                <a:xfrm>
                  <a:off x="713225" y="4319661"/>
                  <a:ext cx="513419" cy="18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44" extrusionOk="0">
                      <a:moveTo>
                        <a:pt x="0" y="0"/>
                      </a:moveTo>
                      <a:lnTo>
                        <a:pt x="0" y="143"/>
                      </a:lnTo>
                      <a:lnTo>
                        <a:pt x="3934" y="143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1" name="Google Shape;781;p32"/>
                <p:cNvSpPr/>
                <p:nvPr/>
              </p:nvSpPr>
              <p:spPr>
                <a:xfrm>
                  <a:off x="713225" y="4351105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2" name="Google Shape;782;p32"/>
                <p:cNvSpPr/>
                <p:nvPr/>
              </p:nvSpPr>
              <p:spPr>
                <a:xfrm>
                  <a:off x="713225" y="4381374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3" name="Google Shape;783;p32"/>
                <p:cNvSpPr/>
                <p:nvPr/>
              </p:nvSpPr>
              <p:spPr>
                <a:xfrm>
                  <a:off x="713225" y="4411644"/>
                  <a:ext cx="513419" cy="17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4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4" name="Google Shape;784;p32"/>
                <p:cNvSpPr/>
                <p:nvPr/>
              </p:nvSpPr>
              <p:spPr>
                <a:xfrm>
                  <a:off x="713225" y="4037972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1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5" name="Google Shape;785;p32"/>
                <p:cNvSpPr/>
                <p:nvPr/>
              </p:nvSpPr>
              <p:spPr>
                <a:xfrm>
                  <a:off x="713225" y="4069416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6" name="Google Shape;786;p32"/>
                <p:cNvSpPr/>
                <p:nvPr/>
              </p:nvSpPr>
              <p:spPr>
                <a:xfrm>
                  <a:off x="713225" y="4099685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7" name="Google Shape;787;p32"/>
                <p:cNvSpPr/>
                <p:nvPr/>
              </p:nvSpPr>
              <p:spPr>
                <a:xfrm>
                  <a:off x="713225" y="4129955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8" name="Google Shape;788;p32"/>
                <p:cNvSpPr/>
                <p:nvPr/>
              </p:nvSpPr>
              <p:spPr>
                <a:xfrm>
                  <a:off x="713225" y="4160224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9" name="Google Shape;789;p32"/>
                <p:cNvSpPr/>
                <p:nvPr/>
              </p:nvSpPr>
              <p:spPr>
                <a:xfrm>
                  <a:off x="713225" y="3786553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1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0" name="Google Shape;790;p32"/>
                <p:cNvSpPr/>
                <p:nvPr/>
              </p:nvSpPr>
              <p:spPr>
                <a:xfrm>
                  <a:off x="713225" y="3817996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1" name="Google Shape;791;p32"/>
                <p:cNvSpPr/>
                <p:nvPr/>
              </p:nvSpPr>
              <p:spPr>
                <a:xfrm>
                  <a:off x="713225" y="3848266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2" name="Google Shape;792;p32"/>
                <p:cNvSpPr/>
                <p:nvPr/>
              </p:nvSpPr>
              <p:spPr>
                <a:xfrm>
                  <a:off x="713225" y="3878535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3" name="Google Shape;793;p32"/>
                <p:cNvSpPr/>
                <p:nvPr/>
              </p:nvSpPr>
              <p:spPr>
                <a:xfrm>
                  <a:off x="713225" y="3908805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4" name="Google Shape;794;p32"/>
                <p:cNvSpPr/>
                <p:nvPr/>
              </p:nvSpPr>
              <p:spPr>
                <a:xfrm>
                  <a:off x="713225" y="3535133"/>
                  <a:ext cx="513419" cy="18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44" extrusionOk="0">
                      <a:moveTo>
                        <a:pt x="0" y="1"/>
                      </a:moveTo>
                      <a:lnTo>
                        <a:pt x="0" y="143"/>
                      </a:lnTo>
                      <a:lnTo>
                        <a:pt x="3934" y="143"/>
                      </a:lnTo>
                      <a:lnTo>
                        <a:pt x="39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5" name="Google Shape;795;p32"/>
                <p:cNvSpPr/>
                <p:nvPr/>
              </p:nvSpPr>
              <p:spPr>
                <a:xfrm>
                  <a:off x="713225" y="3566577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1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6" name="Google Shape;796;p32"/>
                <p:cNvSpPr/>
                <p:nvPr/>
              </p:nvSpPr>
              <p:spPr>
                <a:xfrm>
                  <a:off x="713225" y="3596846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7" name="Google Shape;797;p32"/>
                <p:cNvSpPr/>
                <p:nvPr/>
              </p:nvSpPr>
              <p:spPr>
                <a:xfrm>
                  <a:off x="713225" y="3627116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8" name="Google Shape;798;p32"/>
                <p:cNvSpPr/>
                <p:nvPr/>
              </p:nvSpPr>
              <p:spPr>
                <a:xfrm>
                  <a:off x="713225" y="3657385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9" name="Google Shape;799;p32"/>
                <p:cNvSpPr/>
                <p:nvPr/>
              </p:nvSpPr>
              <p:spPr>
                <a:xfrm>
                  <a:off x="713225" y="3284888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1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0" name="Google Shape;800;p32"/>
                <p:cNvSpPr/>
                <p:nvPr/>
              </p:nvSpPr>
              <p:spPr>
                <a:xfrm>
                  <a:off x="713225" y="3315157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1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1" name="Google Shape;801;p32"/>
                <p:cNvSpPr/>
                <p:nvPr/>
              </p:nvSpPr>
              <p:spPr>
                <a:xfrm>
                  <a:off x="713225" y="3345427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1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2" name="Google Shape;802;p32"/>
                <p:cNvSpPr/>
                <p:nvPr/>
              </p:nvSpPr>
              <p:spPr>
                <a:xfrm>
                  <a:off x="713225" y="3375696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3" name="Google Shape;803;p32"/>
                <p:cNvSpPr/>
                <p:nvPr/>
              </p:nvSpPr>
              <p:spPr>
                <a:xfrm>
                  <a:off x="713225" y="3405966"/>
                  <a:ext cx="513419" cy="18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44" extrusionOk="0">
                      <a:moveTo>
                        <a:pt x="0" y="0"/>
                      </a:moveTo>
                      <a:lnTo>
                        <a:pt x="0" y="143"/>
                      </a:lnTo>
                      <a:lnTo>
                        <a:pt x="3934" y="143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4" name="Google Shape;804;p32"/>
                <p:cNvSpPr/>
                <p:nvPr/>
              </p:nvSpPr>
              <p:spPr>
                <a:xfrm>
                  <a:off x="713225" y="3033468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1"/>
                      </a:moveTo>
                      <a:lnTo>
                        <a:pt x="0" y="135"/>
                      </a:lnTo>
                      <a:lnTo>
                        <a:pt x="3934" y="135"/>
                      </a:lnTo>
                      <a:lnTo>
                        <a:pt x="39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5" name="Google Shape;805;p32"/>
                <p:cNvSpPr/>
                <p:nvPr/>
              </p:nvSpPr>
              <p:spPr>
                <a:xfrm>
                  <a:off x="713225" y="3063738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1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6" name="Google Shape;806;p32"/>
                <p:cNvSpPr/>
                <p:nvPr/>
              </p:nvSpPr>
              <p:spPr>
                <a:xfrm>
                  <a:off x="713225" y="3094007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1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7" name="Google Shape;807;p32"/>
                <p:cNvSpPr/>
                <p:nvPr/>
              </p:nvSpPr>
              <p:spPr>
                <a:xfrm>
                  <a:off x="713225" y="3124277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1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8" name="Google Shape;808;p32"/>
                <p:cNvSpPr/>
                <p:nvPr/>
              </p:nvSpPr>
              <p:spPr>
                <a:xfrm>
                  <a:off x="713225" y="3155721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9" name="Google Shape;809;p32"/>
                <p:cNvSpPr/>
                <p:nvPr/>
              </p:nvSpPr>
              <p:spPr>
                <a:xfrm>
                  <a:off x="713225" y="2782049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1"/>
                      </a:moveTo>
                      <a:lnTo>
                        <a:pt x="0" y="135"/>
                      </a:lnTo>
                      <a:lnTo>
                        <a:pt x="3934" y="135"/>
                      </a:lnTo>
                      <a:lnTo>
                        <a:pt x="39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0" name="Google Shape;810;p32"/>
                <p:cNvSpPr/>
                <p:nvPr/>
              </p:nvSpPr>
              <p:spPr>
                <a:xfrm>
                  <a:off x="713225" y="2812318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1"/>
                      </a:moveTo>
                      <a:lnTo>
                        <a:pt x="0" y="135"/>
                      </a:lnTo>
                      <a:lnTo>
                        <a:pt x="3934" y="135"/>
                      </a:lnTo>
                      <a:lnTo>
                        <a:pt x="39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1" name="Google Shape;811;p32"/>
                <p:cNvSpPr/>
                <p:nvPr/>
              </p:nvSpPr>
              <p:spPr>
                <a:xfrm>
                  <a:off x="713225" y="2842588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1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2" name="Google Shape;812;p32"/>
                <p:cNvSpPr/>
                <p:nvPr/>
              </p:nvSpPr>
              <p:spPr>
                <a:xfrm>
                  <a:off x="713225" y="2872857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1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3" name="Google Shape;813;p32"/>
                <p:cNvSpPr/>
                <p:nvPr/>
              </p:nvSpPr>
              <p:spPr>
                <a:xfrm>
                  <a:off x="713225" y="2904301"/>
                  <a:ext cx="513419" cy="17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5" h="135" extrusionOk="0">
                      <a:moveTo>
                        <a:pt x="0" y="0"/>
                      </a:moveTo>
                      <a:lnTo>
                        <a:pt x="0" y="134"/>
                      </a:lnTo>
                      <a:lnTo>
                        <a:pt x="3934" y="134"/>
                      </a:lnTo>
                      <a:lnTo>
                        <a:pt x="39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4" name="Google Shape;814;p32"/>
              <p:cNvGrpSpPr/>
              <p:nvPr/>
            </p:nvGrpSpPr>
            <p:grpSpPr>
              <a:xfrm>
                <a:off x="1865877" y="2782049"/>
                <a:ext cx="265512" cy="1898498"/>
                <a:chOff x="1450002" y="2782049"/>
                <a:chExt cx="265512" cy="1898498"/>
              </a:xfrm>
            </p:grpSpPr>
            <p:sp>
              <p:nvSpPr>
                <p:cNvPr id="815" name="Google Shape;815;p32"/>
                <p:cNvSpPr/>
                <p:nvPr/>
              </p:nvSpPr>
              <p:spPr>
                <a:xfrm>
                  <a:off x="1680416" y="4540811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06"/>
                        <a:pt x="54" y="268"/>
                        <a:pt x="134" y="268"/>
                      </a:cubicBezTo>
                      <a:cubicBezTo>
                        <a:pt x="206" y="268"/>
                        <a:pt x="268" y="214"/>
                        <a:pt x="268" y="134"/>
                      </a:cubicBezTo>
                      <a:cubicBezTo>
                        <a:pt x="268" y="63"/>
                        <a:pt x="206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6" name="Google Shape;816;p32"/>
                <p:cNvSpPr/>
                <p:nvPr/>
              </p:nvSpPr>
              <p:spPr>
                <a:xfrm>
                  <a:off x="1622225" y="4540811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15" y="268"/>
                        <a:pt x="268" y="214"/>
                        <a:pt x="268" y="134"/>
                      </a:cubicBezTo>
                      <a:cubicBezTo>
                        <a:pt x="268" y="63"/>
                        <a:pt x="21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7" name="Google Shape;817;p32"/>
                <p:cNvSpPr/>
                <p:nvPr/>
              </p:nvSpPr>
              <p:spPr>
                <a:xfrm>
                  <a:off x="1565209" y="4540811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05" y="268"/>
                        <a:pt x="268" y="214"/>
                        <a:pt x="268" y="134"/>
                      </a:cubicBezTo>
                      <a:cubicBezTo>
                        <a:pt x="268" y="63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8" name="Google Shape;818;p32"/>
                <p:cNvSpPr/>
                <p:nvPr/>
              </p:nvSpPr>
              <p:spPr>
                <a:xfrm>
                  <a:off x="1507018" y="4540811"/>
                  <a:ext cx="36142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9" extrusionOk="0">
                      <a:moveTo>
                        <a:pt x="134" y="0"/>
                      </a:moveTo>
                      <a:cubicBezTo>
                        <a:pt x="63" y="0"/>
                        <a:pt x="9" y="63"/>
                        <a:pt x="0" y="134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14" y="268"/>
                        <a:pt x="268" y="214"/>
                        <a:pt x="277" y="134"/>
                      </a:cubicBezTo>
                      <a:cubicBezTo>
                        <a:pt x="277" y="63"/>
                        <a:pt x="214" y="0"/>
                        <a:pt x="1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9" name="Google Shape;819;p32"/>
                <p:cNvSpPr/>
                <p:nvPr/>
              </p:nvSpPr>
              <p:spPr>
                <a:xfrm>
                  <a:off x="1450002" y="4540811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05" y="268"/>
                        <a:pt x="268" y="214"/>
                        <a:pt x="268" y="134"/>
                      </a:cubicBezTo>
                      <a:cubicBezTo>
                        <a:pt x="268" y="63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0" name="Google Shape;820;p32"/>
                <p:cNvSpPr/>
                <p:nvPr/>
              </p:nvSpPr>
              <p:spPr>
                <a:xfrm>
                  <a:off x="1680416" y="4593130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06"/>
                        <a:pt x="54" y="268"/>
                        <a:pt x="134" y="268"/>
                      </a:cubicBezTo>
                      <a:cubicBezTo>
                        <a:pt x="206" y="268"/>
                        <a:pt x="268" y="215"/>
                        <a:pt x="268" y="135"/>
                      </a:cubicBezTo>
                      <a:cubicBezTo>
                        <a:pt x="268" y="63"/>
                        <a:pt x="206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1" name="Google Shape;821;p32"/>
                <p:cNvSpPr/>
                <p:nvPr/>
              </p:nvSpPr>
              <p:spPr>
                <a:xfrm>
                  <a:off x="1622225" y="4593130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15" y="268"/>
                        <a:pt x="268" y="215"/>
                        <a:pt x="268" y="135"/>
                      </a:cubicBezTo>
                      <a:cubicBezTo>
                        <a:pt x="268" y="63"/>
                        <a:pt x="21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2" name="Google Shape;822;p32"/>
                <p:cNvSpPr/>
                <p:nvPr/>
              </p:nvSpPr>
              <p:spPr>
                <a:xfrm>
                  <a:off x="1565209" y="4593130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05" y="268"/>
                        <a:pt x="268" y="215"/>
                        <a:pt x="268" y="135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3" name="Google Shape;823;p32"/>
                <p:cNvSpPr/>
                <p:nvPr/>
              </p:nvSpPr>
              <p:spPr>
                <a:xfrm>
                  <a:off x="1507018" y="4593130"/>
                  <a:ext cx="36142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9" extrusionOk="0">
                      <a:moveTo>
                        <a:pt x="134" y="1"/>
                      </a:moveTo>
                      <a:cubicBezTo>
                        <a:pt x="63" y="1"/>
                        <a:pt x="9" y="63"/>
                        <a:pt x="0" y="135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14" y="268"/>
                        <a:pt x="268" y="215"/>
                        <a:pt x="277" y="135"/>
                      </a:cubicBezTo>
                      <a:cubicBezTo>
                        <a:pt x="277" y="63"/>
                        <a:pt x="214" y="1"/>
                        <a:pt x="14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4" name="Google Shape;824;p32"/>
                <p:cNvSpPr/>
                <p:nvPr/>
              </p:nvSpPr>
              <p:spPr>
                <a:xfrm>
                  <a:off x="1450002" y="4593130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05" y="268"/>
                        <a:pt x="268" y="215"/>
                        <a:pt x="268" y="135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5" name="Google Shape;825;p32"/>
                <p:cNvSpPr/>
                <p:nvPr/>
              </p:nvSpPr>
              <p:spPr>
                <a:xfrm>
                  <a:off x="1680416" y="4645580"/>
                  <a:ext cx="35098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8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05"/>
                        <a:pt x="54" y="268"/>
                        <a:pt x="134" y="268"/>
                      </a:cubicBezTo>
                      <a:cubicBezTo>
                        <a:pt x="206" y="268"/>
                        <a:pt x="268" y="214"/>
                        <a:pt x="268" y="134"/>
                      </a:cubicBezTo>
                      <a:cubicBezTo>
                        <a:pt x="268" y="63"/>
                        <a:pt x="206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6" name="Google Shape;826;p32"/>
                <p:cNvSpPr/>
                <p:nvPr/>
              </p:nvSpPr>
              <p:spPr>
                <a:xfrm>
                  <a:off x="1622225" y="4645580"/>
                  <a:ext cx="35098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8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15" y="268"/>
                        <a:pt x="268" y="214"/>
                        <a:pt x="268" y="134"/>
                      </a:cubicBezTo>
                      <a:cubicBezTo>
                        <a:pt x="268" y="63"/>
                        <a:pt x="21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7" name="Google Shape;827;p32"/>
                <p:cNvSpPr/>
                <p:nvPr/>
              </p:nvSpPr>
              <p:spPr>
                <a:xfrm>
                  <a:off x="1565209" y="4645580"/>
                  <a:ext cx="34967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8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05" y="268"/>
                        <a:pt x="268" y="214"/>
                        <a:pt x="268" y="134"/>
                      </a:cubicBezTo>
                      <a:cubicBezTo>
                        <a:pt x="268" y="63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8" name="Google Shape;828;p32"/>
                <p:cNvSpPr/>
                <p:nvPr/>
              </p:nvSpPr>
              <p:spPr>
                <a:xfrm>
                  <a:off x="1507018" y="4645580"/>
                  <a:ext cx="36142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8" extrusionOk="0">
                      <a:moveTo>
                        <a:pt x="134" y="0"/>
                      </a:moveTo>
                      <a:cubicBezTo>
                        <a:pt x="63" y="0"/>
                        <a:pt x="9" y="63"/>
                        <a:pt x="0" y="134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14" y="268"/>
                        <a:pt x="268" y="214"/>
                        <a:pt x="277" y="134"/>
                      </a:cubicBezTo>
                      <a:cubicBezTo>
                        <a:pt x="277" y="63"/>
                        <a:pt x="214" y="0"/>
                        <a:pt x="1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9" name="Google Shape;829;p32"/>
                <p:cNvSpPr/>
                <p:nvPr/>
              </p:nvSpPr>
              <p:spPr>
                <a:xfrm>
                  <a:off x="1450002" y="4645580"/>
                  <a:ext cx="34967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8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05" y="268"/>
                        <a:pt x="268" y="214"/>
                        <a:pt x="268" y="134"/>
                      </a:cubicBezTo>
                      <a:cubicBezTo>
                        <a:pt x="268" y="63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0" name="Google Shape;830;p32"/>
                <p:cNvSpPr/>
                <p:nvPr/>
              </p:nvSpPr>
              <p:spPr>
                <a:xfrm>
                  <a:off x="1680416" y="4289391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15"/>
                        <a:pt x="54" y="268"/>
                        <a:pt x="134" y="268"/>
                      </a:cubicBezTo>
                      <a:cubicBezTo>
                        <a:pt x="206" y="268"/>
                        <a:pt x="268" y="215"/>
                        <a:pt x="268" y="134"/>
                      </a:cubicBezTo>
                      <a:cubicBezTo>
                        <a:pt x="268" y="63"/>
                        <a:pt x="206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1" name="Google Shape;831;p32"/>
                <p:cNvSpPr/>
                <p:nvPr/>
              </p:nvSpPr>
              <p:spPr>
                <a:xfrm>
                  <a:off x="1622225" y="4289391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15" y="268"/>
                        <a:pt x="268" y="215"/>
                        <a:pt x="268" y="134"/>
                      </a:cubicBezTo>
                      <a:cubicBezTo>
                        <a:pt x="268" y="63"/>
                        <a:pt x="21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2" name="Google Shape;832;p32"/>
                <p:cNvSpPr/>
                <p:nvPr/>
              </p:nvSpPr>
              <p:spPr>
                <a:xfrm>
                  <a:off x="1565209" y="4289391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05" y="268"/>
                        <a:pt x="268" y="215"/>
                        <a:pt x="268" y="134"/>
                      </a:cubicBezTo>
                      <a:cubicBezTo>
                        <a:pt x="268" y="63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3" name="Google Shape;833;p32"/>
                <p:cNvSpPr/>
                <p:nvPr/>
              </p:nvSpPr>
              <p:spPr>
                <a:xfrm>
                  <a:off x="1507018" y="4289391"/>
                  <a:ext cx="36142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9" extrusionOk="0">
                      <a:moveTo>
                        <a:pt x="134" y="0"/>
                      </a:moveTo>
                      <a:cubicBezTo>
                        <a:pt x="63" y="0"/>
                        <a:pt x="9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14" y="268"/>
                        <a:pt x="268" y="215"/>
                        <a:pt x="277" y="134"/>
                      </a:cubicBezTo>
                      <a:cubicBezTo>
                        <a:pt x="277" y="63"/>
                        <a:pt x="214" y="0"/>
                        <a:pt x="1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4" name="Google Shape;834;p32"/>
                <p:cNvSpPr/>
                <p:nvPr/>
              </p:nvSpPr>
              <p:spPr>
                <a:xfrm>
                  <a:off x="1450002" y="4289391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05" y="268"/>
                        <a:pt x="268" y="215"/>
                        <a:pt x="268" y="134"/>
                      </a:cubicBezTo>
                      <a:cubicBezTo>
                        <a:pt x="268" y="63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5" name="Google Shape;835;p32"/>
                <p:cNvSpPr/>
                <p:nvPr/>
              </p:nvSpPr>
              <p:spPr>
                <a:xfrm>
                  <a:off x="1680416" y="4341711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06"/>
                        <a:pt x="54" y="269"/>
                        <a:pt x="134" y="269"/>
                      </a:cubicBezTo>
                      <a:cubicBezTo>
                        <a:pt x="206" y="269"/>
                        <a:pt x="268" y="215"/>
                        <a:pt x="268" y="135"/>
                      </a:cubicBezTo>
                      <a:cubicBezTo>
                        <a:pt x="268" y="63"/>
                        <a:pt x="206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6" name="Google Shape;836;p32"/>
                <p:cNvSpPr/>
                <p:nvPr/>
              </p:nvSpPr>
              <p:spPr>
                <a:xfrm>
                  <a:off x="1622225" y="4341711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06"/>
                        <a:pt x="63" y="269"/>
                        <a:pt x="134" y="269"/>
                      </a:cubicBezTo>
                      <a:cubicBezTo>
                        <a:pt x="215" y="269"/>
                        <a:pt x="268" y="215"/>
                        <a:pt x="268" y="135"/>
                      </a:cubicBezTo>
                      <a:cubicBezTo>
                        <a:pt x="268" y="63"/>
                        <a:pt x="21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7" name="Google Shape;837;p32"/>
                <p:cNvSpPr/>
                <p:nvPr/>
              </p:nvSpPr>
              <p:spPr>
                <a:xfrm>
                  <a:off x="1565209" y="4341711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06"/>
                        <a:pt x="63" y="269"/>
                        <a:pt x="134" y="269"/>
                      </a:cubicBezTo>
                      <a:cubicBezTo>
                        <a:pt x="205" y="269"/>
                        <a:pt x="268" y="215"/>
                        <a:pt x="268" y="135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8" name="Google Shape;838;p32"/>
                <p:cNvSpPr/>
                <p:nvPr/>
              </p:nvSpPr>
              <p:spPr>
                <a:xfrm>
                  <a:off x="1507018" y="4341711"/>
                  <a:ext cx="36142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9" extrusionOk="0">
                      <a:moveTo>
                        <a:pt x="134" y="1"/>
                      </a:moveTo>
                      <a:cubicBezTo>
                        <a:pt x="63" y="1"/>
                        <a:pt x="9" y="63"/>
                        <a:pt x="0" y="135"/>
                      </a:cubicBezTo>
                      <a:cubicBezTo>
                        <a:pt x="0" y="206"/>
                        <a:pt x="63" y="269"/>
                        <a:pt x="134" y="269"/>
                      </a:cubicBezTo>
                      <a:cubicBezTo>
                        <a:pt x="214" y="269"/>
                        <a:pt x="268" y="215"/>
                        <a:pt x="277" y="135"/>
                      </a:cubicBezTo>
                      <a:cubicBezTo>
                        <a:pt x="277" y="63"/>
                        <a:pt x="214" y="1"/>
                        <a:pt x="14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9" name="Google Shape;839;p32"/>
                <p:cNvSpPr/>
                <p:nvPr/>
              </p:nvSpPr>
              <p:spPr>
                <a:xfrm>
                  <a:off x="1450002" y="4341711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06"/>
                        <a:pt x="63" y="269"/>
                        <a:pt x="134" y="269"/>
                      </a:cubicBezTo>
                      <a:cubicBezTo>
                        <a:pt x="205" y="269"/>
                        <a:pt x="268" y="215"/>
                        <a:pt x="268" y="135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0" name="Google Shape;840;p32"/>
                <p:cNvSpPr/>
                <p:nvPr/>
              </p:nvSpPr>
              <p:spPr>
                <a:xfrm>
                  <a:off x="1680416" y="4394160"/>
                  <a:ext cx="35098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8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06"/>
                        <a:pt x="54" y="268"/>
                        <a:pt x="134" y="268"/>
                      </a:cubicBezTo>
                      <a:cubicBezTo>
                        <a:pt x="206" y="268"/>
                        <a:pt x="268" y="214"/>
                        <a:pt x="268" y="134"/>
                      </a:cubicBezTo>
                      <a:cubicBezTo>
                        <a:pt x="268" y="63"/>
                        <a:pt x="206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1" name="Google Shape;841;p32"/>
                <p:cNvSpPr/>
                <p:nvPr/>
              </p:nvSpPr>
              <p:spPr>
                <a:xfrm>
                  <a:off x="1622225" y="4394160"/>
                  <a:ext cx="35098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8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15" y="268"/>
                        <a:pt x="268" y="214"/>
                        <a:pt x="268" y="134"/>
                      </a:cubicBezTo>
                      <a:cubicBezTo>
                        <a:pt x="268" y="63"/>
                        <a:pt x="21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2" name="Google Shape;842;p32"/>
                <p:cNvSpPr/>
                <p:nvPr/>
              </p:nvSpPr>
              <p:spPr>
                <a:xfrm>
                  <a:off x="1565209" y="4394160"/>
                  <a:ext cx="34967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8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05" y="268"/>
                        <a:pt x="268" y="214"/>
                        <a:pt x="268" y="134"/>
                      </a:cubicBezTo>
                      <a:cubicBezTo>
                        <a:pt x="268" y="63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3" name="Google Shape;843;p32"/>
                <p:cNvSpPr/>
                <p:nvPr/>
              </p:nvSpPr>
              <p:spPr>
                <a:xfrm>
                  <a:off x="1507018" y="4394160"/>
                  <a:ext cx="36142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8" extrusionOk="0">
                      <a:moveTo>
                        <a:pt x="134" y="0"/>
                      </a:moveTo>
                      <a:cubicBezTo>
                        <a:pt x="63" y="0"/>
                        <a:pt x="9" y="63"/>
                        <a:pt x="0" y="134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14" y="268"/>
                        <a:pt x="268" y="214"/>
                        <a:pt x="277" y="134"/>
                      </a:cubicBezTo>
                      <a:cubicBezTo>
                        <a:pt x="277" y="63"/>
                        <a:pt x="214" y="0"/>
                        <a:pt x="1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4" name="Google Shape;844;p32"/>
                <p:cNvSpPr/>
                <p:nvPr/>
              </p:nvSpPr>
              <p:spPr>
                <a:xfrm>
                  <a:off x="1450002" y="4394160"/>
                  <a:ext cx="34967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8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05" y="268"/>
                        <a:pt x="268" y="214"/>
                        <a:pt x="268" y="134"/>
                      </a:cubicBezTo>
                      <a:cubicBezTo>
                        <a:pt x="268" y="63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5" name="Google Shape;845;p32"/>
                <p:cNvSpPr/>
                <p:nvPr/>
              </p:nvSpPr>
              <p:spPr>
                <a:xfrm>
                  <a:off x="1680416" y="4037972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4"/>
                      </a:cubicBezTo>
                      <a:cubicBezTo>
                        <a:pt x="0" y="215"/>
                        <a:pt x="54" y="268"/>
                        <a:pt x="134" y="268"/>
                      </a:cubicBezTo>
                      <a:cubicBezTo>
                        <a:pt x="206" y="268"/>
                        <a:pt x="268" y="215"/>
                        <a:pt x="268" y="134"/>
                      </a:cubicBezTo>
                      <a:cubicBezTo>
                        <a:pt x="268" y="63"/>
                        <a:pt x="206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6" name="Google Shape;846;p32"/>
                <p:cNvSpPr/>
                <p:nvPr/>
              </p:nvSpPr>
              <p:spPr>
                <a:xfrm>
                  <a:off x="1622225" y="4037972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15" y="268"/>
                        <a:pt x="268" y="215"/>
                        <a:pt x="268" y="134"/>
                      </a:cubicBezTo>
                      <a:cubicBezTo>
                        <a:pt x="268" y="63"/>
                        <a:pt x="21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7" name="Google Shape;847;p32"/>
                <p:cNvSpPr/>
                <p:nvPr/>
              </p:nvSpPr>
              <p:spPr>
                <a:xfrm>
                  <a:off x="1565209" y="4037972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05" y="268"/>
                        <a:pt x="268" y="215"/>
                        <a:pt x="268" y="134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8" name="Google Shape;848;p32"/>
                <p:cNvSpPr/>
                <p:nvPr/>
              </p:nvSpPr>
              <p:spPr>
                <a:xfrm>
                  <a:off x="1507018" y="4037972"/>
                  <a:ext cx="36142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14" y="268"/>
                        <a:pt x="277" y="215"/>
                        <a:pt x="277" y="134"/>
                      </a:cubicBezTo>
                      <a:cubicBezTo>
                        <a:pt x="277" y="63"/>
                        <a:pt x="214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9" name="Google Shape;849;p32"/>
                <p:cNvSpPr/>
                <p:nvPr/>
              </p:nvSpPr>
              <p:spPr>
                <a:xfrm>
                  <a:off x="1450002" y="4037972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05" y="268"/>
                        <a:pt x="268" y="215"/>
                        <a:pt x="268" y="134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0" name="Google Shape;850;p32"/>
                <p:cNvSpPr/>
                <p:nvPr/>
              </p:nvSpPr>
              <p:spPr>
                <a:xfrm>
                  <a:off x="1680416" y="4090291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54" y="1"/>
                        <a:pt x="0" y="63"/>
                        <a:pt x="0" y="135"/>
                      </a:cubicBezTo>
                      <a:cubicBezTo>
                        <a:pt x="0" y="215"/>
                        <a:pt x="54" y="269"/>
                        <a:pt x="134" y="269"/>
                      </a:cubicBezTo>
                      <a:cubicBezTo>
                        <a:pt x="206" y="269"/>
                        <a:pt x="268" y="215"/>
                        <a:pt x="268" y="135"/>
                      </a:cubicBezTo>
                      <a:cubicBezTo>
                        <a:pt x="268" y="63"/>
                        <a:pt x="206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1" name="Google Shape;851;p32"/>
                <p:cNvSpPr/>
                <p:nvPr/>
              </p:nvSpPr>
              <p:spPr>
                <a:xfrm>
                  <a:off x="1622225" y="4090291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15"/>
                        <a:pt x="63" y="269"/>
                        <a:pt x="134" y="269"/>
                      </a:cubicBezTo>
                      <a:cubicBezTo>
                        <a:pt x="215" y="269"/>
                        <a:pt x="268" y="215"/>
                        <a:pt x="268" y="135"/>
                      </a:cubicBezTo>
                      <a:cubicBezTo>
                        <a:pt x="268" y="63"/>
                        <a:pt x="21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2" name="Google Shape;852;p32"/>
                <p:cNvSpPr/>
                <p:nvPr/>
              </p:nvSpPr>
              <p:spPr>
                <a:xfrm>
                  <a:off x="1565209" y="4090291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15"/>
                        <a:pt x="63" y="269"/>
                        <a:pt x="134" y="269"/>
                      </a:cubicBezTo>
                      <a:cubicBezTo>
                        <a:pt x="205" y="269"/>
                        <a:pt x="268" y="215"/>
                        <a:pt x="268" y="135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3" name="Google Shape;853;p32"/>
                <p:cNvSpPr/>
                <p:nvPr/>
              </p:nvSpPr>
              <p:spPr>
                <a:xfrm>
                  <a:off x="1507018" y="4090291"/>
                  <a:ext cx="36142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15"/>
                        <a:pt x="63" y="269"/>
                        <a:pt x="134" y="269"/>
                      </a:cubicBezTo>
                      <a:cubicBezTo>
                        <a:pt x="214" y="269"/>
                        <a:pt x="277" y="215"/>
                        <a:pt x="277" y="135"/>
                      </a:cubicBezTo>
                      <a:cubicBezTo>
                        <a:pt x="277" y="63"/>
                        <a:pt x="214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4" name="Google Shape;854;p32"/>
                <p:cNvSpPr/>
                <p:nvPr/>
              </p:nvSpPr>
              <p:spPr>
                <a:xfrm>
                  <a:off x="1450002" y="4090291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15"/>
                        <a:pt x="63" y="269"/>
                        <a:pt x="134" y="269"/>
                      </a:cubicBezTo>
                      <a:cubicBezTo>
                        <a:pt x="205" y="269"/>
                        <a:pt x="268" y="215"/>
                        <a:pt x="268" y="135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5" name="Google Shape;855;p32"/>
                <p:cNvSpPr/>
                <p:nvPr/>
              </p:nvSpPr>
              <p:spPr>
                <a:xfrm>
                  <a:off x="1680416" y="4142741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0"/>
                      </a:moveTo>
                      <a:cubicBezTo>
                        <a:pt x="54" y="0"/>
                        <a:pt x="0" y="63"/>
                        <a:pt x="0" y="134"/>
                      </a:cubicBezTo>
                      <a:cubicBezTo>
                        <a:pt x="0" y="215"/>
                        <a:pt x="54" y="268"/>
                        <a:pt x="134" y="268"/>
                      </a:cubicBezTo>
                      <a:cubicBezTo>
                        <a:pt x="206" y="268"/>
                        <a:pt x="268" y="215"/>
                        <a:pt x="268" y="134"/>
                      </a:cubicBezTo>
                      <a:cubicBezTo>
                        <a:pt x="268" y="63"/>
                        <a:pt x="206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6" name="Google Shape;856;p32"/>
                <p:cNvSpPr/>
                <p:nvPr/>
              </p:nvSpPr>
              <p:spPr>
                <a:xfrm>
                  <a:off x="1622225" y="4142741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15" y="268"/>
                        <a:pt x="268" y="215"/>
                        <a:pt x="268" y="134"/>
                      </a:cubicBezTo>
                      <a:cubicBezTo>
                        <a:pt x="268" y="63"/>
                        <a:pt x="21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7" name="Google Shape;857;p32"/>
                <p:cNvSpPr/>
                <p:nvPr/>
              </p:nvSpPr>
              <p:spPr>
                <a:xfrm>
                  <a:off x="1565209" y="4142741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05" y="268"/>
                        <a:pt x="268" y="215"/>
                        <a:pt x="268" y="134"/>
                      </a:cubicBezTo>
                      <a:cubicBezTo>
                        <a:pt x="268" y="63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8" name="Google Shape;858;p32"/>
                <p:cNvSpPr/>
                <p:nvPr/>
              </p:nvSpPr>
              <p:spPr>
                <a:xfrm>
                  <a:off x="1507018" y="4142741"/>
                  <a:ext cx="36142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9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14" y="268"/>
                        <a:pt x="277" y="215"/>
                        <a:pt x="277" y="134"/>
                      </a:cubicBezTo>
                      <a:cubicBezTo>
                        <a:pt x="277" y="63"/>
                        <a:pt x="214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9" name="Google Shape;859;p32"/>
                <p:cNvSpPr/>
                <p:nvPr/>
              </p:nvSpPr>
              <p:spPr>
                <a:xfrm>
                  <a:off x="1450002" y="4142741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05" y="268"/>
                        <a:pt x="268" y="215"/>
                        <a:pt x="268" y="134"/>
                      </a:cubicBezTo>
                      <a:cubicBezTo>
                        <a:pt x="268" y="63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0" name="Google Shape;860;p32"/>
                <p:cNvSpPr/>
                <p:nvPr/>
              </p:nvSpPr>
              <p:spPr>
                <a:xfrm>
                  <a:off x="1680416" y="3786553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54" y="1"/>
                        <a:pt x="0" y="63"/>
                        <a:pt x="0" y="134"/>
                      </a:cubicBezTo>
                      <a:cubicBezTo>
                        <a:pt x="0" y="215"/>
                        <a:pt x="54" y="268"/>
                        <a:pt x="134" y="268"/>
                      </a:cubicBezTo>
                      <a:cubicBezTo>
                        <a:pt x="206" y="268"/>
                        <a:pt x="268" y="215"/>
                        <a:pt x="268" y="134"/>
                      </a:cubicBezTo>
                      <a:cubicBezTo>
                        <a:pt x="268" y="63"/>
                        <a:pt x="206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1" name="Google Shape;861;p32"/>
                <p:cNvSpPr/>
                <p:nvPr/>
              </p:nvSpPr>
              <p:spPr>
                <a:xfrm>
                  <a:off x="1622225" y="3786553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15" y="268"/>
                        <a:pt x="268" y="215"/>
                        <a:pt x="268" y="134"/>
                      </a:cubicBezTo>
                      <a:cubicBezTo>
                        <a:pt x="268" y="63"/>
                        <a:pt x="21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2" name="Google Shape;862;p32"/>
                <p:cNvSpPr/>
                <p:nvPr/>
              </p:nvSpPr>
              <p:spPr>
                <a:xfrm>
                  <a:off x="1565209" y="3786553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05" y="268"/>
                        <a:pt x="268" y="215"/>
                        <a:pt x="268" y="134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3" name="Google Shape;863;p32"/>
                <p:cNvSpPr/>
                <p:nvPr/>
              </p:nvSpPr>
              <p:spPr>
                <a:xfrm>
                  <a:off x="1507018" y="3786553"/>
                  <a:ext cx="36142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14" y="268"/>
                        <a:pt x="277" y="215"/>
                        <a:pt x="277" y="134"/>
                      </a:cubicBezTo>
                      <a:cubicBezTo>
                        <a:pt x="277" y="63"/>
                        <a:pt x="214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4" name="Google Shape;864;p32"/>
                <p:cNvSpPr/>
                <p:nvPr/>
              </p:nvSpPr>
              <p:spPr>
                <a:xfrm>
                  <a:off x="1450002" y="3786553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05" y="268"/>
                        <a:pt x="268" y="215"/>
                        <a:pt x="268" y="134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5" name="Google Shape;865;p32"/>
                <p:cNvSpPr/>
                <p:nvPr/>
              </p:nvSpPr>
              <p:spPr>
                <a:xfrm>
                  <a:off x="1680416" y="3839002"/>
                  <a:ext cx="35098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8" extrusionOk="0">
                      <a:moveTo>
                        <a:pt x="134" y="0"/>
                      </a:moveTo>
                      <a:cubicBezTo>
                        <a:pt x="54" y="0"/>
                        <a:pt x="0" y="62"/>
                        <a:pt x="0" y="134"/>
                      </a:cubicBezTo>
                      <a:cubicBezTo>
                        <a:pt x="0" y="205"/>
                        <a:pt x="54" y="268"/>
                        <a:pt x="134" y="268"/>
                      </a:cubicBezTo>
                      <a:cubicBezTo>
                        <a:pt x="206" y="268"/>
                        <a:pt x="268" y="205"/>
                        <a:pt x="268" y="134"/>
                      </a:cubicBezTo>
                      <a:cubicBezTo>
                        <a:pt x="268" y="62"/>
                        <a:pt x="206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6" name="Google Shape;866;p32"/>
                <p:cNvSpPr/>
                <p:nvPr/>
              </p:nvSpPr>
              <p:spPr>
                <a:xfrm>
                  <a:off x="1622225" y="3839002"/>
                  <a:ext cx="35098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8" extrusionOk="0">
                      <a:moveTo>
                        <a:pt x="134" y="0"/>
                      </a:moveTo>
                      <a:cubicBezTo>
                        <a:pt x="63" y="0"/>
                        <a:pt x="0" y="62"/>
                        <a:pt x="0" y="134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15" y="268"/>
                        <a:pt x="268" y="205"/>
                        <a:pt x="268" y="134"/>
                      </a:cubicBezTo>
                      <a:cubicBezTo>
                        <a:pt x="268" y="62"/>
                        <a:pt x="21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7" name="Google Shape;867;p32"/>
                <p:cNvSpPr/>
                <p:nvPr/>
              </p:nvSpPr>
              <p:spPr>
                <a:xfrm>
                  <a:off x="1565209" y="3839002"/>
                  <a:ext cx="34967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8" extrusionOk="0">
                      <a:moveTo>
                        <a:pt x="134" y="0"/>
                      </a:moveTo>
                      <a:cubicBezTo>
                        <a:pt x="63" y="0"/>
                        <a:pt x="0" y="62"/>
                        <a:pt x="0" y="134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05" y="268"/>
                        <a:pt x="268" y="205"/>
                        <a:pt x="268" y="134"/>
                      </a:cubicBezTo>
                      <a:cubicBezTo>
                        <a:pt x="268" y="62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8" name="Google Shape;868;p32"/>
                <p:cNvSpPr/>
                <p:nvPr/>
              </p:nvSpPr>
              <p:spPr>
                <a:xfrm>
                  <a:off x="1507018" y="3839002"/>
                  <a:ext cx="36142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8" extrusionOk="0">
                      <a:moveTo>
                        <a:pt x="134" y="0"/>
                      </a:moveTo>
                      <a:cubicBezTo>
                        <a:pt x="63" y="0"/>
                        <a:pt x="0" y="62"/>
                        <a:pt x="0" y="134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14" y="268"/>
                        <a:pt x="277" y="205"/>
                        <a:pt x="277" y="134"/>
                      </a:cubicBezTo>
                      <a:cubicBezTo>
                        <a:pt x="277" y="62"/>
                        <a:pt x="214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9" name="Google Shape;869;p32"/>
                <p:cNvSpPr/>
                <p:nvPr/>
              </p:nvSpPr>
              <p:spPr>
                <a:xfrm>
                  <a:off x="1450002" y="3839002"/>
                  <a:ext cx="34967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8" extrusionOk="0">
                      <a:moveTo>
                        <a:pt x="134" y="0"/>
                      </a:moveTo>
                      <a:cubicBezTo>
                        <a:pt x="63" y="0"/>
                        <a:pt x="0" y="62"/>
                        <a:pt x="0" y="134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05" y="268"/>
                        <a:pt x="268" y="205"/>
                        <a:pt x="268" y="134"/>
                      </a:cubicBezTo>
                      <a:cubicBezTo>
                        <a:pt x="268" y="62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0" name="Google Shape;870;p32"/>
                <p:cNvSpPr/>
                <p:nvPr/>
              </p:nvSpPr>
              <p:spPr>
                <a:xfrm>
                  <a:off x="1680416" y="3891321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0"/>
                      </a:moveTo>
                      <a:cubicBezTo>
                        <a:pt x="54" y="0"/>
                        <a:pt x="0" y="63"/>
                        <a:pt x="0" y="134"/>
                      </a:cubicBezTo>
                      <a:cubicBezTo>
                        <a:pt x="0" y="215"/>
                        <a:pt x="54" y="268"/>
                        <a:pt x="134" y="268"/>
                      </a:cubicBezTo>
                      <a:cubicBezTo>
                        <a:pt x="206" y="268"/>
                        <a:pt x="268" y="215"/>
                        <a:pt x="268" y="134"/>
                      </a:cubicBezTo>
                      <a:cubicBezTo>
                        <a:pt x="268" y="63"/>
                        <a:pt x="206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1" name="Google Shape;871;p32"/>
                <p:cNvSpPr/>
                <p:nvPr/>
              </p:nvSpPr>
              <p:spPr>
                <a:xfrm>
                  <a:off x="1622225" y="3891321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15" y="268"/>
                        <a:pt x="268" y="215"/>
                        <a:pt x="268" y="134"/>
                      </a:cubicBezTo>
                      <a:cubicBezTo>
                        <a:pt x="268" y="63"/>
                        <a:pt x="21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2" name="Google Shape;872;p32"/>
                <p:cNvSpPr/>
                <p:nvPr/>
              </p:nvSpPr>
              <p:spPr>
                <a:xfrm>
                  <a:off x="1565209" y="3891321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05" y="268"/>
                        <a:pt x="268" y="215"/>
                        <a:pt x="268" y="134"/>
                      </a:cubicBezTo>
                      <a:cubicBezTo>
                        <a:pt x="268" y="63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3" name="Google Shape;873;p32"/>
                <p:cNvSpPr/>
                <p:nvPr/>
              </p:nvSpPr>
              <p:spPr>
                <a:xfrm>
                  <a:off x="1507018" y="3891321"/>
                  <a:ext cx="36142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9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14" y="268"/>
                        <a:pt x="277" y="215"/>
                        <a:pt x="277" y="134"/>
                      </a:cubicBezTo>
                      <a:cubicBezTo>
                        <a:pt x="277" y="63"/>
                        <a:pt x="214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4" name="Google Shape;874;p32"/>
                <p:cNvSpPr/>
                <p:nvPr/>
              </p:nvSpPr>
              <p:spPr>
                <a:xfrm>
                  <a:off x="1450002" y="3891321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05" y="268"/>
                        <a:pt x="268" y="215"/>
                        <a:pt x="268" y="134"/>
                      </a:cubicBezTo>
                      <a:cubicBezTo>
                        <a:pt x="268" y="63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5" name="Google Shape;875;p32"/>
                <p:cNvSpPr/>
                <p:nvPr/>
              </p:nvSpPr>
              <p:spPr>
                <a:xfrm>
                  <a:off x="1680416" y="3535133"/>
                  <a:ext cx="35098" cy="36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78" extrusionOk="0">
                      <a:moveTo>
                        <a:pt x="134" y="1"/>
                      </a:moveTo>
                      <a:cubicBezTo>
                        <a:pt x="54" y="1"/>
                        <a:pt x="0" y="63"/>
                        <a:pt x="0" y="143"/>
                      </a:cubicBezTo>
                      <a:cubicBezTo>
                        <a:pt x="0" y="215"/>
                        <a:pt x="54" y="277"/>
                        <a:pt x="134" y="277"/>
                      </a:cubicBezTo>
                      <a:cubicBezTo>
                        <a:pt x="206" y="277"/>
                        <a:pt x="268" y="215"/>
                        <a:pt x="268" y="143"/>
                      </a:cubicBezTo>
                      <a:cubicBezTo>
                        <a:pt x="268" y="63"/>
                        <a:pt x="206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6" name="Google Shape;876;p32"/>
                <p:cNvSpPr/>
                <p:nvPr/>
              </p:nvSpPr>
              <p:spPr>
                <a:xfrm>
                  <a:off x="1622225" y="3535133"/>
                  <a:ext cx="35098" cy="36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78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4"/>
                      </a:cubicBezTo>
                      <a:lnTo>
                        <a:pt x="0" y="143"/>
                      </a:lnTo>
                      <a:cubicBezTo>
                        <a:pt x="0" y="215"/>
                        <a:pt x="63" y="277"/>
                        <a:pt x="134" y="277"/>
                      </a:cubicBezTo>
                      <a:cubicBezTo>
                        <a:pt x="215" y="277"/>
                        <a:pt x="268" y="215"/>
                        <a:pt x="268" y="143"/>
                      </a:cubicBezTo>
                      <a:cubicBezTo>
                        <a:pt x="268" y="63"/>
                        <a:pt x="21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7" name="Google Shape;877;p32"/>
                <p:cNvSpPr/>
                <p:nvPr/>
              </p:nvSpPr>
              <p:spPr>
                <a:xfrm>
                  <a:off x="1565209" y="3535133"/>
                  <a:ext cx="34967" cy="36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78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4"/>
                      </a:cubicBezTo>
                      <a:lnTo>
                        <a:pt x="0" y="143"/>
                      </a:lnTo>
                      <a:cubicBezTo>
                        <a:pt x="0" y="215"/>
                        <a:pt x="63" y="277"/>
                        <a:pt x="134" y="277"/>
                      </a:cubicBezTo>
                      <a:cubicBezTo>
                        <a:pt x="205" y="277"/>
                        <a:pt x="268" y="215"/>
                        <a:pt x="268" y="143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8" name="Google Shape;878;p32"/>
                <p:cNvSpPr/>
                <p:nvPr/>
              </p:nvSpPr>
              <p:spPr>
                <a:xfrm>
                  <a:off x="1507018" y="3535133"/>
                  <a:ext cx="36142" cy="36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78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43"/>
                      </a:cubicBezTo>
                      <a:cubicBezTo>
                        <a:pt x="0" y="215"/>
                        <a:pt x="63" y="277"/>
                        <a:pt x="134" y="277"/>
                      </a:cubicBezTo>
                      <a:cubicBezTo>
                        <a:pt x="214" y="277"/>
                        <a:pt x="277" y="215"/>
                        <a:pt x="277" y="143"/>
                      </a:cubicBezTo>
                      <a:cubicBezTo>
                        <a:pt x="277" y="63"/>
                        <a:pt x="214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9" name="Google Shape;879;p32"/>
                <p:cNvSpPr/>
                <p:nvPr/>
              </p:nvSpPr>
              <p:spPr>
                <a:xfrm>
                  <a:off x="1450002" y="3535133"/>
                  <a:ext cx="34967" cy="36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78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43"/>
                      </a:cubicBezTo>
                      <a:cubicBezTo>
                        <a:pt x="0" y="215"/>
                        <a:pt x="63" y="277"/>
                        <a:pt x="134" y="277"/>
                      </a:cubicBezTo>
                      <a:cubicBezTo>
                        <a:pt x="205" y="277"/>
                        <a:pt x="268" y="215"/>
                        <a:pt x="268" y="143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0" name="Google Shape;880;p32"/>
                <p:cNvSpPr/>
                <p:nvPr/>
              </p:nvSpPr>
              <p:spPr>
                <a:xfrm>
                  <a:off x="1680416" y="3587583"/>
                  <a:ext cx="35098" cy="36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77" extrusionOk="0">
                      <a:moveTo>
                        <a:pt x="134" y="0"/>
                      </a:moveTo>
                      <a:cubicBezTo>
                        <a:pt x="54" y="0"/>
                        <a:pt x="0" y="63"/>
                        <a:pt x="0" y="134"/>
                      </a:cubicBezTo>
                      <a:cubicBezTo>
                        <a:pt x="0" y="214"/>
                        <a:pt x="54" y="277"/>
                        <a:pt x="134" y="277"/>
                      </a:cubicBezTo>
                      <a:cubicBezTo>
                        <a:pt x="206" y="277"/>
                        <a:pt x="268" y="214"/>
                        <a:pt x="268" y="134"/>
                      </a:cubicBezTo>
                      <a:cubicBezTo>
                        <a:pt x="268" y="63"/>
                        <a:pt x="206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1" name="Google Shape;881;p32"/>
                <p:cNvSpPr/>
                <p:nvPr/>
              </p:nvSpPr>
              <p:spPr>
                <a:xfrm>
                  <a:off x="1622225" y="3587583"/>
                  <a:ext cx="35098" cy="36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77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14"/>
                        <a:pt x="63" y="277"/>
                        <a:pt x="134" y="277"/>
                      </a:cubicBezTo>
                      <a:cubicBezTo>
                        <a:pt x="215" y="277"/>
                        <a:pt x="268" y="214"/>
                        <a:pt x="268" y="134"/>
                      </a:cubicBezTo>
                      <a:cubicBezTo>
                        <a:pt x="268" y="63"/>
                        <a:pt x="21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2" name="Google Shape;882;p32"/>
                <p:cNvSpPr/>
                <p:nvPr/>
              </p:nvSpPr>
              <p:spPr>
                <a:xfrm>
                  <a:off x="1565209" y="3587583"/>
                  <a:ext cx="34967" cy="36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77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14"/>
                        <a:pt x="63" y="277"/>
                        <a:pt x="134" y="277"/>
                      </a:cubicBezTo>
                      <a:cubicBezTo>
                        <a:pt x="205" y="277"/>
                        <a:pt x="268" y="214"/>
                        <a:pt x="268" y="134"/>
                      </a:cubicBezTo>
                      <a:cubicBezTo>
                        <a:pt x="268" y="63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3" name="Google Shape;883;p32"/>
                <p:cNvSpPr/>
                <p:nvPr/>
              </p:nvSpPr>
              <p:spPr>
                <a:xfrm>
                  <a:off x="1507018" y="3587583"/>
                  <a:ext cx="36142" cy="36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77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14"/>
                        <a:pt x="63" y="277"/>
                        <a:pt x="134" y="277"/>
                      </a:cubicBezTo>
                      <a:cubicBezTo>
                        <a:pt x="214" y="277"/>
                        <a:pt x="277" y="214"/>
                        <a:pt x="277" y="134"/>
                      </a:cubicBezTo>
                      <a:cubicBezTo>
                        <a:pt x="277" y="63"/>
                        <a:pt x="214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4" name="Google Shape;884;p32"/>
                <p:cNvSpPr/>
                <p:nvPr/>
              </p:nvSpPr>
              <p:spPr>
                <a:xfrm>
                  <a:off x="1450002" y="3587583"/>
                  <a:ext cx="34967" cy="36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77" extrusionOk="0">
                      <a:moveTo>
                        <a:pt x="134" y="0"/>
                      </a:moveTo>
                      <a:cubicBezTo>
                        <a:pt x="63" y="0"/>
                        <a:pt x="0" y="63"/>
                        <a:pt x="0" y="134"/>
                      </a:cubicBezTo>
                      <a:cubicBezTo>
                        <a:pt x="0" y="214"/>
                        <a:pt x="63" y="277"/>
                        <a:pt x="134" y="277"/>
                      </a:cubicBezTo>
                      <a:cubicBezTo>
                        <a:pt x="205" y="277"/>
                        <a:pt x="268" y="214"/>
                        <a:pt x="268" y="134"/>
                      </a:cubicBezTo>
                      <a:cubicBezTo>
                        <a:pt x="268" y="63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5" name="Google Shape;885;p32"/>
                <p:cNvSpPr/>
                <p:nvPr/>
              </p:nvSpPr>
              <p:spPr>
                <a:xfrm>
                  <a:off x="1680416" y="3639902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4"/>
                      </a:cubicBezTo>
                      <a:cubicBezTo>
                        <a:pt x="0" y="215"/>
                        <a:pt x="54" y="268"/>
                        <a:pt x="134" y="268"/>
                      </a:cubicBezTo>
                      <a:cubicBezTo>
                        <a:pt x="206" y="268"/>
                        <a:pt x="268" y="215"/>
                        <a:pt x="268" y="134"/>
                      </a:cubicBezTo>
                      <a:cubicBezTo>
                        <a:pt x="268" y="63"/>
                        <a:pt x="206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6" name="Google Shape;886;p32"/>
                <p:cNvSpPr/>
                <p:nvPr/>
              </p:nvSpPr>
              <p:spPr>
                <a:xfrm>
                  <a:off x="1622225" y="3639902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15" y="268"/>
                        <a:pt x="268" y="215"/>
                        <a:pt x="268" y="134"/>
                      </a:cubicBezTo>
                      <a:cubicBezTo>
                        <a:pt x="268" y="63"/>
                        <a:pt x="21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7" name="Google Shape;887;p32"/>
                <p:cNvSpPr/>
                <p:nvPr/>
              </p:nvSpPr>
              <p:spPr>
                <a:xfrm>
                  <a:off x="1565209" y="3639902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05" y="268"/>
                        <a:pt x="268" y="215"/>
                        <a:pt x="268" y="134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8" name="Google Shape;888;p32"/>
                <p:cNvSpPr/>
                <p:nvPr/>
              </p:nvSpPr>
              <p:spPr>
                <a:xfrm>
                  <a:off x="1507018" y="3639902"/>
                  <a:ext cx="36142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14" y="268"/>
                        <a:pt x="277" y="215"/>
                        <a:pt x="277" y="134"/>
                      </a:cubicBezTo>
                      <a:cubicBezTo>
                        <a:pt x="277" y="63"/>
                        <a:pt x="214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9" name="Google Shape;889;p32"/>
                <p:cNvSpPr/>
                <p:nvPr/>
              </p:nvSpPr>
              <p:spPr>
                <a:xfrm>
                  <a:off x="1450002" y="3639902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4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05" y="268"/>
                        <a:pt x="268" y="215"/>
                        <a:pt x="268" y="134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0" name="Google Shape;890;p32"/>
                <p:cNvSpPr/>
                <p:nvPr/>
              </p:nvSpPr>
              <p:spPr>
                <a:xfrm>
                  <a:off x="1680416" y="3284888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54"/>
                        <a:pt x="0" y="134"/>
                      </a:cubicBezTo>
                      <a:cubicBezTo>
                        <a:pt x="0" y="206"/>
                        <a:pt x="54" y="268"/>
                        <a:pt x="134" y="268"/>
                      </a:cubicBezTo>
                      <a:cubicBezTo>
                        <a:pt x="206" y="268"/>
                        <a:pt x="268" y="206"/>
                        <a:pt x="268" y="134"/>
                      </a:cubicBezTo>
                      <a:cubicBezTo>
                        <a:pt x="268" y="54"/>
                        <a:pt x="206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1" name="Google Shape;891;p32"/>
                <p:cNvSpPr/>
                <p:nvPr/>
              </p:nvSpPr>
              <p:spPr>
                <a:xfrm>
                  <a:off x="1622225" y="3284888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54"/>
                        <a:pt x="0" y="134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15" y="268"/>
                        <a:pt x="268" y="206"/>
                        <a:pt x="268" y="134"/>
                      </a:cubicBezTo>
                      <a:cubicBezTo>
                        <a:pt x="268" y="54"/>
                        <a:pt x="21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2" name="Google Shape;892;p32"/>
                <p:cNvSpPr/>
                <p:nvPr/>
              </p:nvSpPr>
              <p:spPr>
                <a:xfrm>
                  <a:off x="1565209" y="3284888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54"/>
                        <a:pt x="0" y="126"/>
                      </a:cubicBezTo>
                      <a:lnTo>
                        <a:pt x="0" y="134"/>
                      </a:ln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05" y="268"/>
                        <a:pt x="268" y="206"/>
                        <a:pt x="268" y="134"/>
                      </a:cubicBezTo>
                      <a:cubicBezTo>
                        <a:pt x="268" y="54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3" name="Google Shape;893;p32"/>
                <p:cNvSpPr/>
                <p:nvPr/>
              </p:nvSpPr>
              <p:spPr>
                <a:xfrm>
                  <a:off x="1507018" y="3284888"/>
                  <a:ext cx="36142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9" extrusionOk="0">
                      <a:moveTo>
                        <a:pt x="134" y="1"/>
                      </a:moveTo>
                      <a:cubicBezTo>
                        <a:pt x="63" y="1"/>
                        <a:pt x="9" y="54"/>
                        <a:pt x="0" y="134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14" y="268"/>
                        <a:pt x="268" y="206"/>
                        <a:pt x="277" y="134"/>
                      </a:cubicBezTo>
                      <a:cubicBezTo>
                        <a:pt x="277" y="54"/>
                        <a:pt x="214" y="1"/>
                        <a:pt x="14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4" name="Google Shape;894;p32"/>
                <p:cNvSpPr/>
                <p:nvPr/>
              </p:nvSpPr>
              <p:spPr>
                <a:xfrm>
                  <a:off x="1450002" y="3284888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54"/>
                        <a:pt x="0" y="134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05" y="268"/>
                        <a:pt x="268" y="206"/>
                        <a:pt x="268" y="134"/>
                      </a:cubicBezTo>
                      <a:cubicBezTo>
                        <a:pt x="268" y="54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5" name="Google Shape;895;p32"/>
                <p:cNvSpPr/>
                <p:nvPr/>
              </p:nvSpPr>
              <p:spPr>
                <a:xfrm>
                  <a:off x="1680416" y="3337338"/>
                  <a:ext cx="35098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8" extrusionOk="0">
                      <a:moveTo>
                        <a:pt x="134" y="0"/>
                      </a:moveTo>
                      <a:cubicBezTo>
                        <a:pt x="63" y="0"/>
                        <a:pt x="0" y="54"/>
                        <a:pt x="0" y="125"/>
                      </a:cubicBezTo>
                      <a:cubicBezTo>
                        <a:pt x="0" y="205"/>
                        <a:pt x="54" y="268"/>
                        <a:pt x="134" y="268"/>
                      </a:cubicBezTo>
                      <a:cubicBezTo>
                        <a:pt x="206" y="268"/>
                        <a:pt x="268" y="205"/>
                        <a:pt x="268" y="134"/>
                      </a:cubicBezTo>
                      <a:cubicBezTo>
                        <a:pt x="268" y="54"/>
                        <a:pt x="206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6" name="Google Shape;896;p32"/>
                <p:cNvSpPr/>
                <p:nvPr/>
              </p:nvSpPr>
              <p:spPr>
                <a:xfrm>
                  <a:off x="1622225" y="3337338"/>
                  <a:ext cx="35098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8" extrusionOk="0">
                      <a:moveTo>
                        <a:pt x="134" y="0"/>
                      </a:moveTo>
                      <a:cubicBezTo>
                        <a:pt x="63" y="0"/>
                        <a:pt x="0" y="54"/>
                        <a:pt x="0" y="125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15" y="268"/>
                        <a:pt x="268" y="205"/>
                        <a:pt x="268" y="134"/>
                      </a:cubicBezTo>
                      <a:cubicBezTo>
                        <a:pt x="268" y="54"/>
                        <a:pt x="21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7" name="Google Shape;897;p32"/>
                <p:cNvSpPr/>
                <p:nvPr/>
              </p:nvSpPr>
              <p:spPr>
                <a:xfrm>
                  <a:off x="1565209" y="3337338"/>
                  <a:ext cx="34967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8" extrusionOk="0">
                      <a:moveTo>
                        <a:pt x="134" y="0"/>
                      </a:moveTo>
                      <a:cubicBezTo>
                        <a:pt x="63" y="0"/>
                        <a:pt x="0" y="54"/>
                        <a:pt x="0" y="125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05" y="268"/>
                        <a:pt x="268" y="205"/>
                        <a:pt x="268" y="134"/>
                      </a:cubicBezTo>
                      <a:cubicBezTo>
                        <a:pt x="268" y="54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8" name="Google Shape;898;p32"/>
                <p:cNvSpPr/>
                <p:nvPr/>
              </p:nvSpPr>
              <p:spPr>
                <a:xfrm>
                  <a:off x="1507018" y="3337338"/>
                  <a:ext cx="36142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8" extrusionOk="0">
                      <a:moveTo>
                        <a:pt x="134" y="0"/>
                      </a:moveTo>
                      <a:cubicBezTo>
                        <a:pt x="63" y="0"/>
                        <a:pt x="9" y="54"/>
                        <a:pt x="0" y="125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14" y="268"/>
                        <a:pt x="268" y="205"/>
                        <a:pt x="277" y="134"/>
                      </a:cubicBezTo>
                      <a:cubicBezTo>
                        <a:pt x="277" y="54"/>
                        <a:pt x="214" y="0"/>
                        <a:pt x="1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9" name="Google Shape;899;p32"/>
                <p:cNvSpPr/>
                <p:nvPr/>
              </p:nvSpPr>
              <p:spPr>
                <a:xfrm>
                  <a:off x="1450002" y="3337338"/>
                  <a:ext cx="34967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8" extrusionOk="0">
                      <a:moveTo>
                        <a:pt x="134" y="0"/>
                      </a:moveTo>
                      <a:cubicBezTo>
                        <a:pt x="63" y="0"/>
                        <a:pt x="0" y="54"/>
                        <a:pt x="0" y="125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05" y="268"/>
                        <a:pt x="268" y="205"/>
                        <a:pt x="268" y="134"/>
                      </a:cubicBezTo>
                      <a:cubicBezTo>
                        <a:pt x="268" y="54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0" name="Google Shape;900;p32"/>
                <p:cNvSpPr/>
                <p:nvPr/>
              </p:nvSpPr>
              <p:spPr>
                <a:xfrm>
                  <a:off x="1680416" y="3389657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54"/>
                        <a:pt x="0" y="125"/>
                      </a:cubicBezTo>
                      <a:cubicBezTo>
                        <a:pt x="0" y="206"/>
                        <a:pt x="54" y="268"/>
                        <a:pt x="134" y="268"/>
                      </a:cubicBezTo>
                      <a:cubicBezTo>
                        <a:pt x="206" y="268"/>
                        <a:pt x="268" y="206"/>
                        <a:pt x="268" y="134"/>
                      </a:cubicBezTo>
                      <a:cubicBezTo>
                        <a:pt x="268" y="54"/>
                        <a:pt x="206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1" name="Google Shape;901;p32"/>
                <p:cNvSpPr/>
                <p:nvPr/>
              </p:nvSpPr>
              <p:spPr>
                <a:xfrm>
                  <a:off x="1622225" y="3389657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54"/>
                        <a:pt x="0" y="125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15" y="268"/>
                        <a:pt x="268" y="206"/>
                        <a:pt x="268" y="134"/>
                      </a:cubicBezTo>
                      <a:cubicBezTo>
                        <a:pt x="268" y="54"/>
                        <a:pt x="21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2" name="Google Shape;902;p32"/>
                <p:cNvSpPr/>
                <p:nvPr/>
              </p:nvSpPr>
              <p:spPr>
                <a:xfrm>
                  <a:off x="1565209" y="3389657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54"/>
                        <a:pt x="0" y="125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05" y="268"/>
                        <a:pt x="268" y="206"/>
                        <a:pt x="268" y="134"/>
                      </a:cubicBezTo>
                      <a:cubicBezTo>
                        <a:pt x="268" y="54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3" name="Google Shape;903;p32"/>
                <p:cNvSpPr/>
                <p:nvPr/>
              </p:nvSpPr>
              <p:spPr>
                <a:xfrm>
                  <a:off x="1507018" y="3389657"/>
                  <a:ext cx="36142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9" extrusionOk="0">
                      <a:moveTo>
                        <a:pt x="134" y="1"/>
                      </a:moveTo>
                      <a:cubicBezTo>
                        <a:pt x="63" y="1"/>
                        <a:pt x="9" y="54"/>
                        <a:pt x="0" y="125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14" y="268"/>
                        <a:pt x="268" y="206"/>
                        <a:pt x="277" y="134"/>
                      </a:cubicBezTo>
                      <a:cubicBezTo>
                        <a:pt x="277" y="54"/>
                        <a:pt x="214" y="1"/>
                        <a:pt x="14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4" name="Google Shape;904;p32"/>
                <p:cNvSpPr/>
                <p:nvPr/>
              </p:nvSpPr>
              <p:spPr>
                <a:xfrm>
                  <a:off x="1450002" y="3389657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54"/>
                        <a:pt x="0" y="125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05" y="268"/>
                        <a:pt x="268" y="206"/>
                        <a:pt x="268" y="134"/>
                      </a:cubicBezTo>
                      <a:cubicBezTo>
                        <a:pt x="268" y="54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5" name="Google Shape;905;p32"/>
                <p:cNvSpPr/>
                <p:nvPr/>
              </p:nvSpPr>
              <p:spPr>
                <a:xfrm>
                  <a:off x="1680416" y="3033468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54" y="1"/>
                        <a:pt x="0" y="63"/>
                        <a:pt x="0" y="135"/>
                      </a:cubicBezTo>
                      <a:cubicBezTo>
                        <a:pt x="0" y="206"/>
                        <a:pt x="54" y="268"/>
                        <a:pt x="134" y="268"/>
                      </a:cubicBezTo>
                      <a:cubicBezTo>
                        <a:pt x="206" y="268"/>
                        <a:pt x="268" y="206"/>
                        <a:pt x="268" y="135"/>
                      </a:cubicBezTo>
                      <a:cubicBezTo>
                        <a:pt x="268" y="63"/>
                        <a:pt x="206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6" name="Google Shape;906;p32"/>
                <p:cNvSpPr/>
                <p:nvPr/>
              </p:nvSpPr>
              <p:spPr>
                <a:xfrm>
                  <a:off x="1622225" y="3033468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15" y="268"/>
                        <a:pt x="268" y="206"/>
                        <a:pt x="268" y="135"/>
                      </a:cubicBezTo>
                      <a:cubicBezTo>
                        <a:pt x="268" y="63"/>
                        <a:pt x="21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7" name="Google Shape;907;p32"/>
                <p:cNvSpPr/>
                <p:nvPr/>
              </p:nvSpPr>
              <p:spPr>
                <a:xfrm>
                  <a:off x="1565209" y="3033468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05" y="268"/>
                        <a:pt x="268" y="206"/>
                        <a:pt x="268" y="135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8" name="Google Shape;908;p32"/>
                <p:cNvSpPr/>
                <p:nvPr/>
              </p:nvSpPr>
              <p:spPr>
                <a:xfrm>
                  <a:off x="1507018" y="3033468"/>
                  <a:ext cx="36142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14" y="268"/>
                        <a:pt x="277" y="206"/>
                        <a:pt x="277" y="135"/>
                      </a:cubicBezTo>
                      <a:cubicBezTo>
                        <a:pt x="277" y="63"/>
                        <a:pt x="214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9" name="Google Shape;909;p32"/>
                <p:cNvSpPr/>
                <p:nvPr/>
              </p:nvSpPr>
              <p:spPr>
                <a:xfrm>
                  <a:off x="1450002" y="3033468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05" y="268"/>
                        <a:pt x="268" y="206"/>
                        <a:pt x="268" y="135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0" name="Google Shape;910;p32"/>
                <p:cNvSpPr/>
                <p:nvPr/>
              </p:nvSpPr>
              <p:spPr>
                <a:xfrm>
                  <a:off x="1680416" y="3085918"/>
                  <a:ext cx="35098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8" extrusionOk="0">
                      <a:moveTo>
                        <a:pt x="134" y="0"/>
                      </a:moveTo>
                      <a:cubicBezTo>
                        <a:pt x="63" y="0"/>
                        <a:pt x="0" y="54"/>
                        <a:pt x="0" y="134"/>
                      </a:cubicBezTo>
                      <a:cubicBezTo>
                        <a:pt x="0" y="205"/>
                        <a:pt x="54" y="268"/>
                        <a:pt x="134" y="268"/>
                      </a:cubicBezTo>
                      <a:cubicBezTo>
                        <a:pt x="206" y="268"/>
                        <a:pt x="268" y="205"/>
                        <a:pt x="268" y="134"/>
                      </a:cubicBezTo>
                      <a:cubicBezTo>
                        <a:pt x="268" y="54"/>
                        <a:pt x="206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1" name="Google Shape;911;p32"/>
                <p:cNvSpPr/>
                <p:nvPr/>
              </p:nvSpPr>
              <p:spPr>
                <a:xfrm>
                  <a:off x="1622225" y="3085918"/>
                  <a:ext cx="35098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8" extrusionOk="0">
                      <a:moveTo>
                        <a:pt x="134" y="0"/>
                      </a:moveTo>
                      <a:cubicBezTo>
                        <a:pt x="63" y="0"/>
                        <a:pt x="0" y="54"/>
                        <a:pt x="0" y="134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15" y="268"/>
                        <a:pt x="268" y="205"/>
                        <a:pt x="268" y="134"/>
                      </a:cubicBezTo>
                      <a:cubicBezTo>
                        <a:pt x="268" y="54"/>
                        <a:pt x="21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2" name="Google Shape;912;p32"/>
                <p:cNvSpPr/>
                <p:nvPr/>
              </p:nvSpPr>
              <p:spPr>
                <a:xfrm>
                  <a:off x="1565209" y="3085918"/>
                  <a:ext cx="34967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8" extrusionOk="0">
                      <a:moveTo>
                        <a:pt x="134" y="0"/>
                      </a:moveTo>
                      <a:cubicBezTo>
                        <a:pt x="63" y="0"/>
                        <a:pt x="0" y="54"/>
                        <a:pt x="0" y="134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05" y="268"/>
                        <a:pt x="268" y="205"/>
                        <a:pt x="268" y="134"/>
                      </a:cubicBezTo>
                      <a:cubicBezTo>
                        <a:pt x="268" y="54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3" name="Google Shape;913;p32"/>
                <p:cNvSpPr/>
                <p:nvPr/>
              </p:nvSpPr>
              <p:spPr>
                <a:xfrm>
                  <a:off x="1507018" y="3085918"/>
                  <a:ext cx="36142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8" extrusionOk="0">
                      <a:moveTo>
                        <a:pt x="134" y="0"/>
                      </a:moveTo>
                      <a:cubicBezTo>
                        <a:pt x="63" y="0"/>
                        <a:pt x="9" y="54"/>
                        <a:pt x="0" y="134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14" y="268"/>
                        <a:pt x="268" y="205"/>
                        <a:pt x="277" y="134"/>
                      </a:cubicBezTo>
                      <a:cubicBezTo>
                        <a:pt x="277" y="54"/>
                        <a:pt x="214" y="0"/>
                        <a:pt x="1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4" name="Google Shape;914;p32"/>
                <p:cNvSpPr/>
                <p:nvPr/>
              </p:nvSpPr>
              <p:spPr>
                <a:xfrm>
                  <a:off x="1450002" y="3085918"/>
                  <a:ext cx="34967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8" extrusionOk="0">
                      <a:moveTo>
                        <a:pt x="134" y="0"/>
                      </a:moveTo>
                      <a:cubicBezTo>
                        <a:pt x="63" y="0"/>
                        <a:pt x="0" y="54"/>
                        <a:pt x="0" y="134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05" y="268"/>
                        <a:pt x="268" y="205"/>
                        <a:pt x="268" y="134"/>
                      </a:cubicBezTo>
                      <a:cubicBezTo>
                        <a:pt x="268" y="54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5" name="Google Shape;915;p32"/>
                <p:cNvSpPr/>
                <p:nvPr/>
              </p:nvSpPr>
              <p:spPr>
                <a:xfrm>
                  <a:off x="1680416" y="3138237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54"/>
                        <a:pt x="0" y="134"/>
                      </a:cubicBezTo>
                      <a:cubicBezTo>
                        <a:pt x="0" y="206"/>
                        <a:pt x="54" y="268"/>
                        <a:pt x="134" y="268"/>
                      </a:cubicBezTo>
                      <a:cubicBezTo>
                        <a:pt x="206" y="268"/>
                        <a:pt x="268" y="206"/>
                        <a:pt x="268" y="134"/>
                      </a:cubicBezTo>
                      <a:cubicBezTo>
                        <a:pt x="268" y="54"/>
                        <a:pt x="206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6" name="Google Shape;916;p32"/>
                <p:cNvSpPr/>
                <p:nvPr/>
              </p:nvSpPr>
              <p:spPr>
                <a:xfrm>
                  <a:off x="1622225" y="3138237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54"/>
                        <a:pt x="0" y="134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15" y="268"/>
                        <a:pt x="268" y="206"/>
                        <a:pt x="268" y="134"/>
                      </a:cubicBezTo>
                      <a:cubicBezTo>
                        <a:pt x="268" y="54"/>
                        <a:pt x="21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7" name="Google Shape;917;p32"/>
                <p:cNvSpPr/>
                <p:nvPr/>
              </p:nvSpPr>
              <p:spPr>
                <a:xfrm>
                  <a:off x="1565209" y="3138237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54"/>
                        <a:pt x="0" y="134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05" y="268"/>
                        <a:pt x="268" y="206"/>
                        <a:pt x="268" y="134"/>
                      </a:cubicBezTo>
                      <a:cubicBezTo>
                        <a:pt x="268" y="54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8" name="Google Shape;918;p32"/>
                <p:cNvSpPr/>
                <p:nvPr/>
              </p:nvSpPr>
              <p:spPr>
                <a:xfrm>
                  <a:off x="1507018" y="3138237"/>
                  <a:ext cx="36142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9" extrusionOk="0">
                      <a:moveTo>
                        <a:pt x="134" y="1"/>
                      </a:moveTo>
                      <a:cubicBezTo>
                        <a:pt x="63" y="1"/>
                        <a:pt x="9" y="54"/>
                        <a:pt x="0" y="134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14" y="268"/>
                        <a:pt x="268" y="206"/>
                        <a:pt x="277" y="134"/>
                      </a:cubicBezTo>
                      <a:cubicBezTo>
                        <a:pt x="277" y="54"/>
                        <a:pt x="214" y="1"/>
                        <a:pt x="14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9" name="Google Shape;919;p32"/>
                <p:cNvSpPr/>
                <p:nvPr/>
              </p:nvSpPr>
              <p:spPr>
                <a:xfrm>
                  <a:off x="1450002" y="3138237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54"/>
                        <a:pt x="0" y="134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05" y="268"/>
                        <a:pt x="268" y="206"/>
                        <a:pt x="268" y="134"/>
                      </a:cubicBezTo>
                      <a:cubicBezTo>
                        <a:pt x="268" y="54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0" name="Google Shape;920;p32"/>
                <p:cNvSpPr/>
                <p:nvPr/>
              </p:nvSpPr>
              <p:spPr>
                <a:xfrm>
                  <a:off x="1680416" y="2782049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54" y="1"/>
                        <a:pt x="0" y="54"/>
                        <a:pt x="0" y="135"/>
                      </a:cubicBezTo>
                      <a:cubicBezTo>
                        <a:pt x="0" y="206"/>
                        <a:pt x="54" y="268"/>
                        <a:pt x="134" y="268"/>
                      </a:cubicBezTo>
                      <a:cubicBezTo>
                        <a:pt x="206" y="268"/>
                        <a:pt x="268" y="206"/>
                        <a:pt x="268" y="135"/>
                      </a:cubicBezTo>
                      <a:cubicBezTo>
                        <a:pt x="268" y="54"/>
                        <a:pt x="206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1" name="Google Shape;921;p32"/>
                <p:cNvSpPr/>
                <p:nvPr/>
              </p:nvSpPr>
              <p:spPr>
                <a:xfrm>
                  <a:off x="1622225" y="2782049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54"/>
                        <a:pt x="0" y="135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15" y="268"/>
                        <a:pt x="268" y="206"/>
                        <a:pt x="268" y="135"/>
                      </a:cubicBezTo>
                      <a:cubicBezTo>
                        <a:pt x="268" y="54"/>
                        <a:pt x="21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2" name="Google Shape;922;p32"/>
                <p:cNvSpPr/>
                <p:nvPr/>
              </p:nvSpPr>
              <p:spPr>
                <a:xfrm>
                  <a:off x="1565209" y="2782049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54"/>
                        <a:pt x="0" y="135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05" y="268"/>
                        <a:pt x="268" y="206"/>
                        <a:pt x="268" y="135"/>
                      </a:cubicBezTo>
                      <a:cubicBezTo>
                        <a:pt x="268" y="54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3" name="Google Shape;923;p32"/>
                <p:cNvSpPr/>
                <p:nvPr/>
              </p:nvSpPr>
              <p:spPr>
                <a:xfrm>
                  <a:off x="1507018" y="2782049"/>
                  <a:ext cx="36142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9" extrusionOk="0">
                      <a:moveTo>
                        <a:pt x="134" y="1"/>
                      </a:moveTo>
                      <a:cubicBezTo>
                        <a:pt x="63" y="1"/>
                        <a:pt x="0" y="54"/>
                        <a:pt x="0" y="135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14" y="268"/>
                        <a:pt x="277" y="206"/>
                        <a:pt x="277" y="135"/>
                      </a:cubicBezTo>
                      <a:cubicBezTo>
                        <a:pt x="277" y="54"/>
                        <a:pt x="214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4" name="Google Shape;924;p32"/>
                <p:cNvSpPr/>
                <p:nvPr/>
              </p:nvSpPr>
              <p:spPr>
                <a:xfrm>
                  <a:off x="1450002" y="2782049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54"/>
                        <a:pt x="0" y="135"/>
                      </a:cubicBezTo>
                      <a:cubicBezTo>
                        <a:pt x="0" y="206"/>
                        <a:pt x="63" y="268"/>
                        <a:pt x="134" y="268"/>
                      </a:cubicBezTo>
                      <a:cubicBezTo>
                        <a:pt x="205" y="268"/>
                        <a:pt x="268" y="206"/>
                        <a:pt x="268" y="135"/>
                      </a:cubicBezTo>
                      <a:cubicBezTo>
                        <a:pt x="268" y="54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5" name="Google Shape;925;p32"/>
                <p:cNvSpPr/>
                <p:nvPr/>
              </p:nvSpPr>
              <p:spPr>
                <a:xfrm>
                  <a:off x="1680416" y="2834499"/>
                  <a:ext cx="35098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8" extrusionOk="0">
                      <a:moveTo>
                        <a:pt x="134" y="0"/>
                      </a:moveTo>
                      <a:cubicBezTo>
                        <a:pt x="54" y="0"/>
                        <a:pt x="0" y="54"/>
                        <a:pt x="0" y="134"/>
                      </a:cubicBezTo>
                      <a:cubicBezTo>
                        <a:pt x="0" y="205"/>
                        <a:pt x="54" y="268"/>
                        <a:pt x="134" y="268"/>
                      </a:cubicBezTo>
                      <a:cubicBezTo>
                        <a:pt x="206" y="268"/>
                        <a:pt x="268" y="205"/>
                        <a:pt x="268" y="134"/>
                      </a:cubicBezTo>
                      <a:cubicBezTo>
                        <a:pt x="268" y="54"/>
                        <a:pt x="206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6" name="Google Shape;926;p32"/>
                <p:cNvSpPr/>
                <p:nvPr/>
              </p:nvSpPr>
              <p:spPr>
                <a:xfrm>
                  <a:off x="1622225" y="2834499"/>
                  <a:ext cx="35098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8" extrusionOk="0">
                      <a:moveTo>
                        <a:pt x="134" y="0"/>
                      </a:moveTo>
                      <a:cubicBezTo>
                        <a:pt x="63" y="0"/>
                        <a:pt x="0" y="54"/>
                        <a:pt x="0" y="134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15" y="268"/>
                        <a:pt x="268" y="205"/>
                        <a:pt x="268" y="134"/>
                      </a:cubicBezTo>
                      <a:cubicBezTo>
                        <a:pt x="268" y="54"/>
                        <a:pt x="21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7" name="Google Shape;927;p32"/>
                <p:cNvSpPr/>
                <p:nvPr/>
              </p:nvSpPr>
              <p:spPr>
                <a:xfrm>
                  <a:off x="1565209" y="2834499"/>
                  <a:ext cx="34967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8" extrusionOk="0">
                      <a:moveTo>
                        <a:pt x="134" y="0"/>
                      </a:moveTo>
                      <a:cubicBezTo>
                        <a:pt x="63" y="0"/>
                        <a:pt x="0" y="54"/>
                        <a:pt x="0" y="134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05" y="268"/>
                        <a:pt x="268" y="205"/>
                        <a:pt x="268" y="134"/>
                      </a:cubicBezTo>
                      <a:cubicBezTo>
                        <a:pt x="268" y="54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8" name="Google Shape;928;p32"/>
                <p:cNvSpPr/>
                <p:nvPr/>
              </p:nvSpPr>
              <p:spPr>
                <a:xfrm>
                  <a:off x="1507018" y="2834499"/>
                  <a:ext cx="36142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8" extrusionOk="0">
                      <a:moveTo>
                        <a:pt x="134" y="0"/>
                      </a:moveTo>
                      <a:cubicBezTo>
                        <a:pt x="63" y="0"/>
                        <a:pt x="0" y="54"/>
                        <a:pt x="0" y="134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14" y="268"/>
                        <a:pt x="277" y="205"/>
                        <a:pt x="277" y="134"/>
                      </a:cubicBezTo>
                      <a:cubicBezTo>
                        <a:pt x="277" y="54"/>
                        <a:pt x="214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9" name="Google Shape;929;p32"/>
                <p:cNvSpPr/>
                <p:nvPr/>
              </p:nvSpPr>
              <p:spPr>
                <a:xfrm>
                  <a:off x="1450002" y="2834499"/>
                  <a:ext cx="34967" cy="34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8" extrusionOk="0">
                      <a:moveTo>
                        <a:pt x="134" y="0"/>
                      </a:moveTo>
                      <a:cubicBezTo>
                        <a:pt x="63" y="0"/>
                        <a:pt x="0" y="54"/>
                        <a:pt x="0" y="134"/>
                      </a:cubicBezTo>
                      <a:cubicBezTo>
                        <a:pt x="0" y="205"/>
                        <a:pt x="63" y="268"/>
                        <a:pt x="134" y="268"/>
                      </a:cubicBezTo>
                      <a:cubicBezTo>
                        <a:pt x="205" y="268"/>
                        <a:pt x="268" y="205"/>
                        <a:pt x="268" y="134"/>
                      </a:cubicBezTo>
                      <a:cubicBezTo>
                        <a:pt x="268" y="54"/>
                        <a:pt x="205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0" name="Google Shape;930;p32"/>
                <p:cNvSpPr/>
                <p:nvPr/>
              </p:nvSpPr>
              <p:spPr>
                <a:xfrm>
                  <a:off x="1680416" y="2885644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54" y="1"/>
                        <a:pt x="0" y="63"/>
                        <a:pt x="0" y="135"/>
                      </a:cubicBezTo>
                      <a:cubicBezTo>
                        <a:pt x="0" y="215"/>
                        <a:pt x="54" y="268"/>
                        <a:pt x="134" y="268"/>
                      </a:cubicBezTo>
                      <a:cubicBezTo>
                        <a:pt x="206" y="268"/>
                        <a:pt x="268" y="215"/>
                        <a:pt x="268" y="135"/>
                      </a:cubicBezTo>
                      <a:cubicBezTo>
                        <a:pt x="268" y="63"/>
                        <a:pt x="206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1" name="Google Shape;931;p32"/>
                <p:cNvSpPr/>
                <p:nvPr/>
              </p:nvSpPr>
              <p:spPr>
                <a:xfrm>
                  <a:off x="1622225" y="2885644"/>
                  <a:ext cx="35098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15" y="268"/>
                        <a:pt x="268" y="215"/>
                        <a:pt x="268" y="135"/>
                      </a:cubicBezTo>
                      <a:cubicBezTo>
                        <a:pt x="268" y="63"/>
                        <a:pt x="21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2" name="Google Shape;932;p32"/>
                <p:cNvSpPr/>
                <p:nvPr/>
              </p:nvSpPr>
              <p:spPr>
                <a:xfrm>
                  <a:off x="1565209" y="2885644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05" y="268"/>
                        <a:pt x="268" y="215"/>
                        <a:pt x="268" y="135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3" name="Google Shape;933;p32"/>
                <p:cNvSpPr/>
                <p:nvPr/>
              </p:nvSpPr>
              <p:spPr>
                <a:xfrm>
                  <a:off x="1507018" y="2885644"/>
                  <a:ext cx="36142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14" y="268"/>
                        <a:pt x="277" y="215"/>
                        <a:pt x="277" y="135"/>
                      </a:cubicBezTo>
                      <a:cubicBezTo>
                        <a:pt x="277" y="63"/>
                        <a:pt x="214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4" name="Google Shape;934;p32"/>
                <p:cNvSpPr/>
                <p:nvPr/>
              </p:nvSpPr>
              <p:spPr>
                <a:xfrm>
                  <a:off x="1450002" y="2885644"/>
                  <a:ext cx="34967" cy="3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69" extrusionOk="0">
                      <a:moveTo>
                        <a:pt x="134" y="1"/>
                      </a:moveTo>
                      <a:cubicBezTo>
                        <a:pt x="63" y="1"/>
                        <a:pt x="0" y="63"/>
                        <a:pt x="0" y="135"/>
                      </a:cubicBezTo>
                      <a:cubicBezTo>
                        <a:pt x="0" y="215"/>
                        <a:pt x="63" y="268"/>
                        <a:pt x="134" y="268"/>
                      </a:cubicBezTo>
                      <a:cubicBezTo>
                        <a:pt x="205" y="268"/>
                        <a:pt x="268" y="215"/>
                        <a:pt x="268" y="135"/>
                      </a:cubicBezTo>
                      <a:cubicBezTo>
                        <a:pt x="268" y="63"/>
                        <a:pt x="205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35" name="Google Shape;935;p32"/>
              <p:cNvSpPr/>
              <p:nvPr/>
            </p:nvSpPr>
            <p:spPr>
              <a:xfrm>
                <a:off x="2161075" y="2782049"/>
                <a:ext cx="9525" cy="139869"/>
              </a:xfrm>
              <a:custGeom>
                <a:avLst/>
                <a:gdLst/>
                <a:ahLst/>
                <a:cxnLst/>
                <a:rect l="l" t="t" r="r" b="b"/>
                <a:pathLst>
                  <a:path w="73" h="1072" extrusionOk="0">
                    <a:moveTo>
                      <a:pt x="1" y="1"/>
                    </a:moveTo>
                    <a:lnTo>
                      <a:pt x="1" y="1071"/>
                    </a:lnTo>
                    <a:lnTo>
                      <a:pt x="72" y="1071"/>
                    </a:lnTo>
                    <a:lnTo>
                      <a:pt x="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32"/>
              <p:cNvSpPr/>
              <p:nvPr/>
            </p:nvSpPr>
            <p:spPr>
              <a:xfrm>
                <a:off x="1992375" y="2573685"/>
                <a:ext cx="1190845" cy="66542"/>
              </a:xfrm>
              <a:custGeom>
                <a:avLst/>
                <a:gdLst/>
                <a:ahLst/>
                <a:cxnLst/>
                <a:rect l="l" t="t" r="r" b="b"/>
                <a:pathLst>
                  <a:path w="9127" h="510" extrusionOk="0">
                    <a:moveTo>
                      <a:pt x="0" y="1"/>
                    </a:moveTo>
                    <a:lnTo>
                      <a:pt x="0" y="509"/>
                    </a:lnTo>
                    <a:lnTo>
                      <a:pt x="9127" y="509"/>
                    </a:lnTo>
                    <a:lnTo>
                      <a:pt x="912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32"/>
              <p:cNvSpPr/>
              <p:nvPr/>
            </p:nvSpPr>
            <p:spPr>
              <a:xfrm>
                <a:off x="2965436" y="3805210"/>
                <a:ext cx="657724" cy="866745"/>
              </a:xfrm>
              <a:custGeom>
                <a:avLst/>
                <a:gdLst/>
                <a:ahLst/>
                <a:cxnLst/>
                <a:rect l="l" t="t" r="r" b="b"/>
                <a:pathLst>
                  <a:path w="5041" h="6643" extrusionOk="0">
                    <a:moveTo>
                      <a:pt x="3337" y="0"/>
                    </a:moveTo>
                    <a:lnTo>
                      <a:pt x="1089" y="1820"/>
                    </a:lnTo>
                    <a:cubicBezTo>
                      <a:pt x="652" y="2168"/>
                      <a:pt x="286" y="2480"/>
                      <a:pt x="107" y="2659"/>
                    </a:cubicBezTo>
                    <a:cubicBezTo>
                      <a:pt x="45" y="2730"/>
                      <a:pt x="0" y="2775"/>
                      <a:pt x="0" y="2802"/>
                    </a:cubicBezTo>
                    <a:cubicBezTo>
                      <a:pt x="18" y="2998"/>
                      <a:pt x="2677" y="6530"/>
                      <a:pt x="2810" y="6629"/>
                    </a:cubicBezTo>
                    <a:cubicBezTo>
                      <a:pt x="2824" y="6638"/>
                      <a:pt x="2840" y="6642"/>
                      <a:pt x="2856" y="6642"/>
                    </a:cubicBezTo>
                    <a:cubicBezTo>
                      <a:pt x="2998" y="6642"/>
                      <a:pt x="3221" y="6320"/>
                      <a:pt x="3221" y="6120"/>
                    </a:cubicBezTo>
                    <a:cubicBezTo>
                      <a:pt x="3230" y="5906"/>
                      <a:pt x="2819" y="4095"/>
                      <a:pt x="2819" y="4095"/>
                    </a:cubicBezTo>
                    <a:lnTo>
                      <a:pt x="5041" y="2257"/>
                    </a:lnTo>
                    <a:lnTo>
                      <a:pt x="3337" y="0"/>
                    </a:lnTo>
                    <a:close/>
                  </a:path>
                </a:pathLst>
              </a:custGeom>
              <a:solidFill>
                <a:srgbClr val="C1635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32"/>
              <p:cNvSpPr/>
              <p:nvPr/>
            </p:nvSpPr>
            <p:spPr>
              <a:xfrm>
                <a:off x="2965436" y="3993742"/>
                <a:ext cx="429654" cy="678209"/>
              </a:xfrm>
              <a:custGeom>
                <a:avLst/>
                <a:gdLst/>
                <a:ahLst/>
                <a:cxnLst/>
                <a:rect l="l" t="t" r="r" b="b"/>
                <a:pathLst>
                  <a:path w="3293" h="5198" extrusionOk="0">
                    <a:moveTo>
                      <a:pt x="1553" y="1"/>
                    </a:moveTo>
                    <a:lnTo>
                      <a:pt x="1089" y="384"/>
                    </a:lnTo>
                    <a:cubicBezTo>
                      <a:pt x="652" y="723"/>
                      <a:pt x="286" y="1035"/>
                      <a:pt x="107" y="1214"/>
                    </a:cubicBezTo>
                    <a:cubicBezTo>
                      <a:pt x="63" y="1258"/>
                      <a:pt x="27" y="1303"/>
                      <a:pt x="0" y="1357"/>
                    </a:cubicBezTo>
                    <a:cubicBezTo>
                      <a:pt x="18" y="1553"/>
                      <a:pt x="2677" y="5085"/>
                      <a:pt x="2810" y="5184"/>
                    </a:cubicBezTo>
                    <a:cubicBezTo>
                      <a:pt x="2824" y="5193"/>
                      <a:pt x="2840" y="5197"/>
                      <a:pt x="2856" y="5197"/>
                    </a:cubicBezTo>
                    <a:cubicBezTo>
                      <a:pt x="2998" y="5197"/>
                      <a:pt x="3221" y="4875"/>
                      <a:pt x="3221" y="4675"/>
                    </a:cubicBezTo>
                    <a:cubicBezTo>
                      <a:pt x="3230" y="4461"/>
                      <a:pt x="2819" y="2650"/>
                      <a:pt x="2819" y="2650"/>
                    </a:cubicBezTo>
                    <a:lnTo>
                      <a:pt x="3292" y="2275"/>
                    </a:lnTo>
                    <a:lnTo>
                      <a:pt x="155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32"/>
              <p:cNvSpPr/>
              <p:nvPr/>
            </p:nvSpPr>
            <p:spPr>
              <a:xfrm>
                <a:off x="2989835" y="4183448"/>
                <a:ext cx="355805" cy="469449"/>
              </a:xfrm>
              <a:custGeom>
                <a:avLst/>
                <a:gdLst/>
                <a:ahLst/>
                <a:cxnLst/>
                <a:rect l="l" t="t" r="r" b="b"/>
                <a:pathLst>
                  <a:path w="2727" h="3598" extrusionOk="0">
                    <a:moveTo>
                      <a:pt x="1" y="1"/>
                    </a:moveTo>
                    <a:cubicBezTo>
                      <a:pt x="420" y="616"/>
                      <a:pt x="2249" y="3007"/>
                      <a:pt x="2713" y="3587"/>
                    </a:cubicBezTo>
                    <a:cubicBezTo>
                      <a:pt x="2716" y="3594"/>
                      <a:pt x="2720" y="3597"/>
                      <a:pt x="2723" y="3597"/>
                    </a:cubicBezTo>
                    <a:cubicBezTo>
                      <a:pt x="2726" y="3597"/>
                      <a:pt x="2727" y="3592"/>
                      <a:pt x="2722" y="3587"/>
                    </a:cubicBezTo>
                    <a:cubicBezTo>
                      <a:pt x="2293" y="2980"/>
                      <a:pt x="482" y="572"/>
                      <a:pt x="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32"/>
              <p:cNvSpPr/>
              <p:nvPr/>
            </p:nvSpPr>
            <p:spPr>
              <a:xfrm>
                <a:off x="3258738" y="4289391"/>
                <a:ext cx="92115" cy="78937"/>
              </a:xfrm>
              <a:custGeom>
                <a:avLst/>
                <a:gdLst/>
                <a:ahLst/>
                <a:cxnLst/>
                <a:rect l="l" t="t" r="r" b="b"/>
                <a:pathLst>
                  <a:path w="706" h="605" extrusionOk="0">
                    <a:moveTo>
                      <a:pt x="9" y="0"/>
                    </a:moveTo>
                    <a:cubicBezTo>
                      <a:pt x="0" y="0"/>
                      <a:pt x="0" y="18"/>
                      <a:pt x="9" y="18"/>
                    </a:cubicBezTo>
                    <a:cubicBezTo>
                      <a:pt x="250" y="188"/>
                      <a:pt x="464" y="384"/>
                      <a:pt x="670" y="598"/>
                    </a:cubicBezTo>
                    <a:cubicBezTo>
                      <a:pt x="674" y="603"/>
                      <a:pt x="678" y="605"/>
                      <a:pt x="683" y="605"/>
                    </a:cubicBezTo>
                    <a:cubicBezTo>
                      <a:pt x="687" y="605"/>
                      <a:pt x="692" y="603"/>
                      <a:pt x="696" y="598"/>
                    </a:cubicBezTo>
                    <a:cubicBezTo>
                      <a:pt x="696" y="598"/>
                      <a:pt x="705" y="589"/>
                      <a:pt x="696" y="580"/>
                    </a:cubicBezTo>
                    <a:cubicBezTo>
                      <a:pt x="562" y="313"/>
                      <a:pt x="313" y="54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32"/>
              <p:cNvSpPr/>
              <p:nvPr/>
            </p:nvSpPr>
            <p:spPr>
              <a:xfrm>
                <a:off x="3261086" y="4320835"/>
                <a:ext cx="93159" cy="80112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14" extrusionOk="0">
                    <a:moveTo>
                      <a:pt x="18" y="0"/>
                    </a:moveTo>
                    <a:cubicBezTo>
                      <a:pt x="9" y="0"/>
                      <a:pt x="0" y="18"/>
                      <a:pt x="9" y="27"/>
                    </a:cubicBezTo>
                    <a:cubicBezTo>
                      <a:pt x="250" y="197"/>
                      <a:pt x="473" y="384"/>
                      <a:pt x="678" y="607"/>
                    </a:cubicBezTo>
                    <a:cubicBezTo>
                      <a:pt x="678" y="611"/>
                      <a:pt x="683" y="614"/>
                      <a:pt x="688" y="614"/>
                    </a:cubicBezTo>
                    <a:cubicBezTo>
                      <a:pt x="694" y="614"/>
                      <a:pt x="701" y="611"/>
                      <a:pt x="705" y="607"/>
                    </a:cubicBezTo>
                    <a:cubicBezTo>
                      <a:pt x="705" y="598"/>
                      <a:pt x="714" y="589"/>
                      <a:pt x="705" y="580"/>
                    </a:cubicBezTo>
                    <a:cubicBezTo>
                      <a:pt x="571" y="313"/>
                      <a:pt x="321" y="54"/>
                      <a:pt x="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32"/>
              <p:cNvSpPr/>
              <p:nvPr/>
            </p:nvSpPr>
            <p:spPr>
              <a:xfrm>
                <a:off x="3264609" y="4353453"/>
                <a:ext cx="91985" cy="78937"/>
              </a:xfrm>
              <a:custGeom>
                <a:avLst/>
                <a:gdLst/>
                <a:ahLst/>
                <a:cxnLst/>
                <a:rect l="l" t="t" r="r" b="b"/>
                <a:pathLst>
                  <a:path w="705" h="605" extrusionOk="0">
                    <a:moveTo>
                      <a:pt x="18" y="0"/>
                    </a:moveTo>
                    <a:cubicBezTo>
                      <a:pt x="9" y="0"/>
                      <a:pt x="0" y="18"/>
                      <a:pt x="9" y="18"/>
                    </a:cubicBezTo>
                    <a:cubicBezTo>
                      <a:pt x="250" y="187"/>
                      <a:pt x="473" y="384"/>
                      <a:pt x="669" y="598"/>
                    </a:cubicBezTo>
                    <a:cubicBezTo>
                      <a:pt x="674" y="602"/>
                      <a:pt x="680" y="605"/>
                      <a:pt x="686" y="605"/>
                    </a:cubicBezTo>
                    <a:cubicBezTo>
                      <a:pt x="691" y="605"/>
                      <a:pt x="696" y="602"/>
                      <a:pt x="696" y="598"/>
                    </a:cubicBezTo>
                    <a:cubicBezTo>
                      <a:pt x="705" y="598"/>
                      <a:pt x="705" y="589"/>
                      <a:pt x="705" y="580"/>
                    </a:cubicBezTo>
                    <a:cubicBezTo>
                      <a:pt x="571" y="312"/>
                      <a:pt x="321" y="54"/>
                      <a:pt x="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32"/>
              <p:cNvSpPr/>
              <p:nvPr/>
            </p:nvSpPr>
            <p:spPr>
              <a:xfrm>
                <a:off x="3112087" y="2556332"/>
                <a:ext cx="902235" cy="1821692"/>
              </a:xfrm>
              <a:custGeom>
                <a:avLst/>
                <a:gdLst/>
                <a:ahLst/>
                <a:cxnLst/>
                <a:rect l="l" t="t" r="r" b="b"/>
                <a:pathLst>
                  <a:path w="6915" h="13962" extrusionOk="0">
                    <a:moveTo>
                      <a:pt x="1588" y="0"/>
                    </a:moveTo>
                    <a:cubicBezTo>
                      <a:pt x="1588" y="0"/>
                      <a:pt x="3587" y="6628"/>
                      <a:pt x="3435" y="7405"/>
                    </a:cubicBezTo>
                    <a:cubicBezTo>
                      <a:pt x="3274" y="8198"/>
                      <a:pt x="0" y="11339"/>
                      <a:pt x="0" y="11339"/>
                    </a:cubicBezTo>
                    <a:lnTo>
                      <a:pt x="2284" y="13961"/>
                    </a:lnTo>
                    <a:cubicBezTo>
                      <a:pt x="2284" y="13961"/>
                      <a:pt x="6914" y="9331"/>
                      <a:pt x="6673" y="7592"/>
                    </a:cubicBezTo>
                    <a:cubicBezTo>
                      <a:pt x="6468" y="6084"/>
                      <a:pt x="4202" y="0"/>
                      <a:pt x="4202" y="0"/>
                    </a:cubicBezTo>
                    <a:close/>
                  </a:path>
                </a:pathLst>
              </a:custGeom>
              <a:solidFill>
                <a:srgbClr val="2B4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32"/>
              <p:cNvSpPr/>
              <p:nvPr/>
            </p:nvSpPr>
            <p:spPr>
              <a:xfrm>
                <a:off x="3112087" y="2556332"/>
                <a:ext cx="902235" cy="1821692"/>
              </a:xfrm>
              <a:custGeom>
                <a:avLst/>
                <a:gdLst/>
                <a:ahLst/>
                <a:cxnLst/>
                <a:rect l="l" t="t" r="r" b="b"/>
                <a:pathLst>
                  <a:path w="6915" h="13962" extrusionOk="0">
                    <a:moveTo>
                      <a:pt x="1588" y="0"/>
                    </a:moveTo>
                    <a:cubicBezTo>
                      <a:pt x="1588" y="0"/>
                      <a:pt x="3587" y="6628"/>
                      <a:pt x="3435" y="7405"/>
                    </a:cubicBezTo>
                    <a:cubicBezTo>
                      <a:pt x="3274" y="8198"/>
                      <a:pt x="0" y="11339"/>
                      <a:pt x="0" y="11339"/>
                    </a:cubicBezTo>
                    <a:lnTo>
                      <a:pt x="2284" y="13961"/>
                    </a:lnTo>
                    <a:cubicBezTo>
                      <a:pt x="2284" y="13961"/>
                      <a:pt x="6914" y="9331"/>
                      <a:pt x="6673" y="7592"/>
                    </a:cubicBezTo>
                    <a:cubicBezTo>
                      <a:pt x="6468" y="6084"/>
                      <a:pt x="4202" y="0"/>
                      <a:pt x="4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32"/>
              <p:cNvSpPr/>
              <p:nvPr/>
            </p:nvSpPr>
            <p:spPr>
              <a:xfrm>
                <a:off x="3204461" y="4013052"/>
                <a:ext cx="239422" cy="284566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2181" extrusionOk="0">
                    <a:moveTo>
                      <a:pt x="4" y="0"/>
                    </a:moveTo>
                    <a:cubicBezTo>
                      <a:pt x="2" y="0"/>
                      <a:pt x="0" y="4"/>
                      <a:pt x="6" y="4"/>
                    </a:cubicBezTo>
                    <a:cubicBezTo>
                      <a:pt x="6" y="1"/>
                      <a:pt x="5" y="0"/>
                      <a:pt x="4" y="0"/>
                    </a:cubicBezTo>
                    <a:close/>
                    <a:moveTo>
                      <a:pt x="6" y="4"/>
                    </a:moveTo>
                    <a:lnTo>
                      <a:pt x="6" y="4"/>
                    </a:lnTo>
                    <a:cubicBezTo>
                      <a:pt x="113" y="200"/>
                      <a:pt x="1121" y="1378"/>
                      <a:pt x="1282" y="1556"/>
                    </a:cubicBezTo>
                    <a:cubicBezTo>
                      <a:pt x="1594" y="1931"/>
                      <a:pt x="1505" y="1815"/>
                      <a:pt x="1826" y="2181"/>
                    </a:cubicBezTo>
                    <a:lnTo>
                      <a:pt x="1835" y="2181"/>
                    </a:lnTo>
                    <a:cubicBezTo>
                      <a:pt x="1835" y="2181"/>
                      <a:pt x="1835" y="2172"/>
                      <a:pt x="1835" y="2172"/>
                    </a:cubicBezTo>
                    <a:cubicBezTo>
                      <a:pt x="1532" y="1797"/>
                      <a:pt x="1621" y="1904"/>
                      <a:pt x="1317" y="1530"/>
                    </a:cubicBezTo>
                    <a:cubicBezTo>
                      <a:pt x="1166" y="1342"/>
                      <a:pt x="176" y="147"/>
                      <a:pt x="6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32"/>
              <p:cNvSpPr/>
              <p:nvPr/>
            </p:nvSpPr>
            <p:spPr>
              <a:xfrm>
                <a:off x="3220379" y="2591168"/>
                <a:ext cx="387641" cy="1399736"/>
              </a:xfrm>
              <a:custGeom>
                <a:avLst/>
                <a:gdLst/>
                <a:ahLst/>
                <a:cxnLst/>
                <a:rect l="l" t="t" r="r" b="b"/>
                <a:pathLst>
                  <a:path w="2971" h="10728" extrusionOk="0">
                    <a:moveTo>
                      <a:pt x="1079" y="1"/>
                    </a:moveTo>
                    <a:cubicBezTo>
                      <a:pt x="1079" y="10"/>
                      <a:pt x="1079" y="10"/>
                      <a:pt x="1079" y="10"/>
                    </a:cubicBezTo>
                    <a:cubicBezTo>
                      <a:pt x="1311" y="777"/>
                      <a:pt x="1552" y="1544"/>
                      <a:pt x="1775" y="2311"/>
                    </a:cubicBezTo>
                    <a:cubicBezTo>
                      <a:pt x="1998" y="3087"/>
                      <a:pt x="2195" y="3855"/>
                      <a:pt x="2391" y="4640"/>
                    </a:cubicBezTo>
                    <a:cubicBezTo>
                      <a:pt x="2480" y="5023"/>
                      <a:pt x="2569" y="5416"/>
                      <a:pt x="2659" y="5808"/>
                    </a:cubicBezTo>
                    <a:cubicBezTo>
                      <a:pt x="2703" y="6005"/>
                      <a:pt x="2748" y="6192"/>
                      <a:pt x="2783" y="6388"/>
                    </a:cubicBezTo>
                    <a:cubicBezTo>
                      <a:pt x="2837" y="6584"/>
                      <a:pt x="2873" y="6781"/>
                      <a:pt x="2899" y="6986"/>
                    </a:cubicBezTo>
                    <a:cubicBezTo>
                      <a:pt x="2899" y="7173"/>
                      <a:pt x="2846" y="7361"/>
                      <a:pt x="2748" y="7521"/>
                    </a:cubicBezTo>
                    <a:cubicBezTo>
                      <a:pt x="2650" y="7682"/>
                      <a:pt x="2534" y="7833"/>
                      <a:pt x="2418" y="7985"/>
                    </a:cubicBezTo>
                    <a:cubicBezTo>
                      <a:pt x="2195" y="8279"/>
                      <a:pt x="71" y="10652"/>
                      <a:pt x="0" y="10724"/>
                    </a:cubicBezTo>
                    <a:cubicBezTo>
                      <a:pt x="0" y="10724"/>
                      <a:pt x="0" y="10728"/>
                      <a:pt x="3" y="10728"/>
                    </a:cubicBezTo>
                    <a:cubicBezTo>
                      <a:pt x="4" y="10728"/>
                      <a:pt x="6" y="10727"/>
                      <a:pt x="9" y="10724"/>
                    </a:cubicBezTo>
                    <a:cubicBezTo>
                      <a:pt x="294" y="10474"/>
                      <a:pt x="2096" y="8520"/>
                      <a:pt x="2328" y="8217"/>
                    </a:cubicBezTo>
                    <a:cubicBezTo>
                      <a:pt x="2444" y="8065"/>
                      <a:pt x="2551" y="7914"/>
                      <a:pt x="2659" y="7762"/>
                    </a:cubicBezTo>
                    <a:cubicBezTo>
                      <a:pt x="2766" y="7628"/>
                      <a:pt x="2855" y="7468"/>
                      <a:pt x="2917" y="7307"/>
                    </a:cubicBezTo>
                    <a:cubicBezTo>
                      <a:pt x="2971" y="7129"/>
                      <a:pt x="2971" y="6941"/>
                      <a:pt x="2926" y="6754"/>
                    </a:cubicBezTo>
                    <a:cubicBezTo>
                      <a:pt x="2890" y="6558"/>
                      <a:pt x="2846" y="6361"/>
                      <a:pt x="2801" y="6165"/>
                    </a:cubicBezTo>
                    <a:cubicBezTo>
                      <a:pt x="2721" y="5764"/>
                      <a:pt x="2632" y="5371"/>
                      <a:pt x="2534" y="4970"/>
                    </a:cubicBezTo>
                    <a:cubicBezTo>
                      <a:pt x="2346" y="4185"/>
                      <a:pt x="2141" y="3400"/>
                      <a:pt x="1918" y="2623"/>
                    </a:cubicBezTo>
                    <a:cubicBezTo>
                      <a:pt x="1695" y="1838"/>
                      <a:pt x="1463" y="1062"/>
                      <a:pt x="1195" y="295"/>
                    </a:cubicBezTo>
                    <a:cubicBezTo>
                      <a:pt x="1160" y="197"/>
                      <a:pt x="1124" y="108"/>
                      <a:pt x="1088" y="10"/>
                    </a:cubicBezTo>
                    <a:cubicBezTo>
                      <a:pt x="1088" y="10"/>
                      <a:pt x="1088" y="1"/>
                      <a:pt x="10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32"/>
              <p:cNvSpPr/>
              <p:nvPr/>
            </p:nvSpPr>
            <p:spPr>
              <a:xfrm>
                <a:off x="3319277" y="2556332"/>
                <a:ext cx="281826" cy="812468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6227" extrusionOk="0">
                    <a:moveTo>
                      <a:pt x="0" y="0"/>
                    </a:moveTo>
                    <a:cubicBezTo>
                      <a:pt x="0" y="0"/>
                      <a:pt x="1240" y="4095"/>
                      <a:pt x="1686" y="6227"/>
                    </a:cubicBezTo>
                    <a:lnTo>
                      <a:pt x="2159" y="0"/>
                    </a:lnTo>
                    <a:close/>
                  </a:path>
                </a:pathLst>
              </a:custGeom>
              <a:solidFill>
                <a:srgbClr val="1A2E3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32"/>
              <p:cNvSpPr/>
              <p:nvPr/>
            </p:nvSpPr>
            <p:spPr>
              <a:xfrm>
                <a:off x="3455490" y="4228852"/>
                <a:ext cx="726354" cy="568219"/>
              </a:xfrm>
              <a:custGeom>
                <a:avLst/>
                <a:gdLst/>
                <a:ahLst/>
                <a:cxnLst/>
                <a:rect l="l" t="t" r="r" b="b"/>
                <a:pathLst>
                  <a:path w="5567" h="4355" extrusionOk="0">
                    <a:moveTo>
                      <a:pt x="0" y="1"/>
                    </a:moveTo>
                    <a:cubicBezTo>
                      <a:pt x="0" y="1"/>
                      <a:pt x="562" y="2748"/>
                      <a:pt x="562" y="2748"/>
                    </a:cubicBezTo>
                    <a:cubicBezTo>
                      <a:pt x="571" y="3301"/>
                      <a:pt x="589" y="3783"/>
                      <a:pt x="616" y="4033"/>
                    </a:cubicBezTo>
                    <a:cubicBezTo>
                      <a:pt x="616" y="4095"/>
                      <a:pt x="633" y="4149"/>
                      <a:pt x="660" y="4202"/>
                    </a:cubicBezTo>
                    <a:lnTo>
                      <a:pt x="660" y="4211"/>
                    </a:lnTo>
                    <a:cubicBezTo>
                      <a:pt x="790" y="4293"/>
                      <a:pt x="3418" y="4354"/>
                      <a:pt x="4708" y="4354"/>
                    </a:cubicBezTo>
                    <a:cubicBezTo>
                      <a:pt x="5102" y="4354"/>
                      <a:pt x="5371" y="4349"/>
                      <a:pt x="5406" y="4336"/>
                    </a:cubicBezTo>
                    <a:cubicBezTo>
                      <a:pt x="5567" y="4283"/>
                      <a:pt x="5433" y="3846"/>
                      <a:pt x="5264" y="3703"/>
                    </a:cubicBezTo>
                    <a:cubicBezTo>
                      <a:pt x="5094" y="3560"/>
                      <a:pt x="3417" y="2775"/>
                      <a:pt x="3417" y="2775"/>
                    </a:cubicBezTo>
                    <a:lnTo>
                      <a:pt x="2819" y="3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1635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32"/>
              <p:cNvSpPr/>
              <p:nvPr/>
            </p:nvSpPr>
            <p:spPr>
              <a:xfrm>
                <a:off x="3515898" y="4524502"/>
                <a:ext cx="665944" cy="272562"/>
              </a:xfrm>
              <a:custGeom>
                <a:avLst/>
                <a:gdLst/>
                <a:ahLst/>
                <a:cxnLst/>
                <a:rect l="l" t="t" r="r" b="b"/>
                <a:pathLst>
                  <a:path w="5104" h="2089" extrusionOk="0">
                    <a:moveTo>
                      <a:pt x="1" y="1"/>
                    </a:moveTo>
                    <a:lnTo>
                      <a:pt x="99" y="482"/>
                    </a:lnTo>
                    <a:cubicBezTo>
                      <a:pt x="108" y="1035"/>
                      <a:pt x="126" y="1517"/>
                      <a:pt x="153" y="1767"/>
                    </a:cubicBezTo>
                    <a:cubicBezTo>
                      <a:pt x="153" y="1767"/>
                      <a:pt x="153" y="1767"/>
                      <a:pt x="153" y="1776"/>
                    </a:cubicBezTo>
                    <a:cubicBezTo>
                      <a:pt x="153" y="1829"/>
                      <a:pt x="170" y="1892"/>
                      <a:pt x="197" y="1945"/>
                    </a:cubicBezTo>
                    <a:cubicBezTo>
                      <a:pt x="327" y="2027"/>
                      <a:pt x="2955" y="2088"/>
                      <a:pt x="4245" y="2088"/>
                    </a:cubicBezTo>
                    <a:cubicBezTo>
                      <a:pt x="4639" y="2088"/>
                      <a:pt x="4908" y="2083"/>
                      <a:pt x="4943" y="2070"/>
                    </a:cubicBezTo>
                    <a:cubicBezTo>
                      <a:pt x="5104" y="2026"/>
                      <a:pt x="4970" y="1580"/>
                      <a:pt x="4801" y="1437"/>
                    </a:cubicBezTo>
                    <a:cubicBezTo>
                      <a:pt x="4631" y="1303"/>
                      <a:pt x="2954" y="518"/>
                      <a:pt x="2954" y="518"/>
                    </a:cubicBezTo>
                    <a:lnTo>
                      <a:pt x="2838" y="1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32"/>
              <p:cNvSpPr/>
              <p:nvPr/>
            </p:nvSpPr>
            <p:spPr>
              <a:xfrm>
                <a:off x="3528815" y="4583867"/>
                <a:ext cx="653027" cy="213196"/>
              </a:xfrm>
              <a:custGeom>
                <a:avLst/>
                <a:gdLst/>
                <a:ahLst/>
                <a:cxnLst/>
                <a:rect l="l" t="t" r="r" b="b"/>
                <a:pathLst>
                  <a:path w="5005" h="1634" extrusionOk="0">
                    <a:moveTo>
                      <a:pt x="0" y="0"/>
                    </a:moveTo>
                    <a:lnTo>
                      <a:pt x="0" y="27"/>
                    </a:lnTo>
                    <a:cubicBezTo>
                      <a:pt x="9" y="803"/>
                      <a:pt x="36" y="1455"/>
                      <a:pt x="98" y="1490"/>
                    </a:cubicBezTo>
                    <a:cubicBezTo>
                      <a:pt x="228" y="1572"/>
                      <a:pt x="2856" y="1633"/>
                      <a:pt x="4146" y="1633"/>
                    </a:cubicBezTo>
                    <a:cubicBezTo>
                      <a:pt x="4540" y="1633"/>
                      <a:pt x="4809" y="1628"/>
                      <a:pt x="4844" y="1615"/>
                    </a:cubicBezTo>
                    <a:cubicBezTo>
                      <a:pt x="5005" y="1571"/>
                      <a:pt x="4871" y="1125"/>
                      <a:pt x="4702" y="982"/>
                    </a:cubicBezTo>
                    <a:cubicBezTo>
                      <a:pt x="4532" y="839"/>
                      <a:pt x="2855" y="63"/>
                      <a:pt x="2855" y="63"/>
                    </a:cubicBezTo>
                    <a:lnTo>
                      <a:pt x="2855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32"/>
              <p:cNvSpPr/>
              <p:nvPr/>
            </p:nvSpPr>
            <p:spPr>
              <a:xfrm>
                <a:off x="3568348" y="4764440"/>
                <a:ext cx="589095" cy="10699"/>
              </a:xfrm>
              <a:custGeom>
                <a:avLst/>
                <a:gdLst/>
                <a:ahLst/>
                <a:cxnLst/>
                <a:rect l="l" t="t" r="r" b="b"/>
                <a:pathLst>
                  <a:path w="4515" h="82" extrusionOk="0">
                    <a:moveTo>
                      <a:pt x="641" y="1"/>
                    </a:moveTo>
                    <a:cubicBezTo>
                      <a:pt x="366" y="1"/>
                      <a:pt x="142" y="3"/>
                      <a:pt x="0" y="8"/>
                    </a:cubicBezTo>
                    <a:cubicBezTo>
                      <a:pt x="0" y="8"/>
                      <a:pt x="0" y="17"/>
                      <a:pt x="0" y="17"/>
                    </a:cubicBezTo>
                    <a:cubicBezTo>
                      <a:pt x="645" y="56"/>
                      <a:pt x="3008" y="81"/>
                      <a:pt x="4103" y="81"/>
                    </a:cubicBezTo>
                    <a:cubicBezTo>
                      <a:pt x="4265" y="81"/>
                      <a:pt x="4400" y="81"/>
                      <a:pt x="4497" y="80"/>
                    </a:cubicBezTo>
                    <a:cubicBezTo>
                      <a:pt x="4514" y="80"/>
                      <a:pt x="4514" y="62"/>
                      <a:pt x="4497" y="62"/>
                    </a:cubicBezTo>
                    <a:cubicBezTo>
                      <a:pt x="3890" y="40"/>
                      <a:pt x="1807" y="1"/>
                      <a:pt x="6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32"/>
              <p:cNvSpPr/>
              <p:nvPr/>
            </p:nvSpPr>
            <p:spPr>
              <a:xfrm>
                <a:off x="3816245" y="4589738"/>
                <a:ext cx="117688" cy="30401"/>
              </a:xfrm>
              <a:custGeom>
                <a:avLst/>
                <a:gdLst/>
                <a:ahLst/>
                <a:cxnLst/>
                <a:rect l="l" t="t" r="r" b="b"/>
                <a:pathLst>
                  <a:path w="902" h="233" extrusionOk="0">
                    <a:moveTo>
                      <a:pt x="637" y="1"/>
                    </a:moveTo>
                    <a:cubicBezTo>
                      <a:pt x="409" y="1"/>
                      <a:pt x="172" y="65"/>
                      <a:pt x="10" y="214"/>
                    </a:cubicBezTo>
                    <a:cubicBezTo>
                      <a:pt x="1" y="223"/>
                      <a:pt x="10" y="232"/>
                      <a:pt x="18" y="232"/>
                    </a:cubicBezTo>
                    <a:cubicBezTo>
                      <a:pt x="304" y="143"/>
                      <a:pt x="589" y="89"/>
                      <a:pt x="884" y="63"/>
                    </a:cubicBezTo>
                    <a:cubicBezTo>
                      <a:pt x="893" y="63"/>
                      <a:pt x="902" y="54"/>
                      <a:pt x="902" y="45"/>
                    </a:cubicBezTo>
                    <a:cubicBezTo>
                      <a:pt x="902" y="36"/>
                      <a:pt x="893" y="27"/>
                      <a:pt x="884" y="27"/>
                    </a:cubicBezTo>
                    <a:cubicBezTo>
                      <a:pt x="806" y="10"/>
                      <a:pt x="722" y="1"/>
                      <a:pt x="6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32"/>
              <p:cNvSpPr/>
              <p:nvPr/>
            </p:nvSpPr>
            <p:spPr>
              <a:xfrm>
                <a:off x="3842992" y="4607221"/>
                <a:ext cx="118863" cy="30270"/>
              </a:xfrm>
              <a:custGeom>
                <a:avLst/>
                <a:gdLst/>
                <a:ahLst/>
                <a:cxnLst/>
                <a:rect l="l" t="t" r="r" b="b"/>
                <a:pathLst>
                  <a:path w="911" h="232" extrusionOk="0">
                    <a:moveTo>
                      <a:pt x="642" y="1"/>
                    </a:moveTo>
                    <a:cubicBezTo>
                      <a:pt x="413" y="1"/>
                      <a:pt x="178" y="65"/>
                      <a:pt x="10" y="214"/>
                    </a:cubicBezTo>
                    <a:cubicBezTo>
                      <a:pt x="1" y="223"/>
                      <a:pt x="10" y="232"/>
                      <a:pt x="28" y="232"/>
                    </a:cubicBezTo>
                    <a:cubicBezTo>
                      <a:pt x="304" y="143"/>
                      <a:pt x="599" y="89"/>
                      <a:pt x="893" y="62"/>
                    </a:cubicBezTo>
                    <a:cubicBezTo>
                      <a:pt x="902" y="62"/>
                      <a:pt x="911" y="53"/>
                      <a:pt x="902" y="44"/>
                    </a:cubicBezTo>
                    <a:cubicBezTo>
                      <a:pt x="902" y="36"/>
                      <a:pt x="902" y="27"/>
                      <a:pt x="893" y="27"/>
                    </a:cubicBezTo>
                    <a:cubicBezTo>
                      <a:pt x="813" y="10"/>
                      <a:pt x="727" y="1"/>
                      <a:pt x="6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32"/>
              <p:cNvSpPr/>
              <p:nvPr/>
            </p:nvSpPr>
            <p:spPr>
              <a:xfrm>
                <a:off x="3871174" y="4624443"/>
                <a:ext cx="118602" cy="29748"/>
              </a:xfrm>
              <a:custGeom>
                <a:avLst/>
                <a:gdLst/>
                <a:ahLst/>
                <a:cxnLst/>
                <a:rect l="l" t="t" r="r" b="b"/>
                <a:pathLst>
                  <a:path w="909" h="228" extrusionOk="0">
                    <a:moveTo>
                      <a:pt x="621" y="1"/>
                    </a:moveTo>
                    <a:cubicBezTo>
                      <a:pt x="398" y="1"/>
                      <a:pt x="167" y="61"/>
                      <a:pt x="8" y="207"/>
                    </a:cubicBezTo>
                    <a:cubicBezTo>
                      <a:pt x="1" y="214"/>
                      <a:pt x="5" y="227"/>
                      <a:pt x="12" y="227"/>
                    </a:cubicBezTo>
                    <a:cubicBezTo>
                      <a:pt x="13" y="227"/>
                      <a:pt x="15" y="226"/>
                      <a:pt x="17" y="225"/>
                    </a:cubicBezTo>
                    <a:cubicBezTo>
                      <a:pt x="302" y="144"/>
                      <a:pt x="588" y="91"/>
                      <a:pt x="882" y="64"/>
                    </a:cubicBezTo>
                    <a:cubicBezTo>
                      <a:pt x="900" y="64"/>
                      <a:pt x="909" y="55"/>
                      <a:pt x="909" y="46"/>
                    </a:cubicBezTo>
                    <a:cubicBezTo>
                      <a:pt x="909" y="37"/>
                      <a:pt x="900" y="28"/>
                      <a:pt x="882" y="28"/>
                    </a:cubicBezTo>
                    <a:cubicBezTo>
                      <a:pt x="800" y="10"/>
                      <a:pt x="711" y="1"/>
                      <a:pt x="6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32"/>
              <p:cNvSpPr/>
              <p:nvPr/>
            </p:nvSpPr>
            <p:spPr>
              <a:xfrm>
                <a:off x="3080643" y="2556332"/>
                <a:ext cx="833474" cy="2030061"/>
              </a:xfrm>
              <a:custGeom>
                <a:avLst/>
                <a:gdLst/>
                <a:ahLst/>
                <a:cxnLst/>
                <a:rect l="l" t="t" r="r" b="b"/>
                <a:pathLst>
                  <a:path w="6388" h="15559" extrusionOk="0">
                    <a:moveTo>
                      <a:pt x="393" y="0"/>
                    </a:moveTo>
                    <a:cubicBezTo>
                      <a:pt x="36" y="687"/>
                      <a:pt x="1" y="1499"/>
                      <a:pt x="286" y="2221"/>
                    </a:cubicBezTo>
                    <a:cubicBezTo>
                      <a:pt x="286" y="2221"/>
                      <a:pt x="1624" y="6842"/>
                      <a:pt x="1972" y="8377"/>
                    </a:cubicBezTo>
                    <a:cubicBezTo>
                      <a:pt x="2382" y="10170"/>
                      <a:pt x="3319" y="15558"/>
                      <a:pt x="3319" y="15558"/>
                    </a:cubicBezTo>
                    <a:lnTo>
                      <a:pt x="6388" y="15558"/>
                    </a:lnTo>
                    <a:cubicBezTo>
                      <a:pt x="6388" y="15558"/>
                      <a:pt x="5237" y="9902"/>
                      <a:pt x="4755" y="8020"/>
                    </a:cubicBezTo>
                    <a:cubicBezTo>
                      <a:pt x="4425" y="6718"/>
                      <a:pt x="3132" y="2810"/>
                      <a:pt x="3132" y="2810"/>
                    </a:cubicBezTo>
                    <a:cubicBezTo>
                      <a:pt x="3275" y="2730"/>
                      <a:pt x="3694" y="2453"/>
                      <a:pt x="3774" y="2391"/>
                    </a:cubicBezTo>
                    <a:cubicBezTo>
                      <a:pt x="3845" y="2337"/>
                      <a:pt x="3908" y="1847"/>
                      <a:pt x="3961" y="1303"/>
                    </a:cubicBezTo>
                    <a:cubicBezTo>
                      <a:pt x="4015" y="865"/>
                      <a:pt x="4086" y="428"/>
                      <a:pt x="41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32"/>
              <p:cNvSpPr/>
              <p:nvPr/>
            </p:nvSpPr>
            <p:spPr>
              <a:xfrm>
                <a:off x="3528815" y="4507019"/>
                <a:ext cx="372506" cy="10308"/>
              </a:xfrm>
              <a:custGeom>
                <a:avLst/>
                <a:gdLst/>
                <a:ahLst/>
                <a:cxnLst/>
                <a:rect l="l" t="t" r="r" b="b"/>
                <a:pathLst>
                  <a:path w="2855" h="79" extrusionOk="0">
                    <a:moveTo>
                      <a:pt x="2016" y="1"/>
                    </a:moveTo>
                    <a:cubicBezTo>
                      <a:pt x="1784" y="1"/>
                      <a:pt x="223" y="19"/>
                      <a:pt x="9" y="54"/>
                    </a:cubicBezTo>
                    <a:cubicBezTo>
                      <a:pt x="0" y="54"/>
                      <a:pt x="0" y="63"/>
                      <a:pt x="9" y="63"/>
                    </a:cubicBezTo>
                    <a:cubicBezTo>
                      <a:pt x="81" y="75"/>
                      <a:pt x="289" y="79"/>
                      <a:pt x="546" y="79"/>
                    </a:cubicBezTo>
                    <a:cubicBezTo>
                      <a:pt x="1092" y="79"/>
                      <a:pt x="1859" y="60"/>
                      <a:pt x="2016" y="54"/>
                    </a:cubicBezTo>
                    <a:cubicBezTo>
                      <a:pt x="2498" y="45"/>
                      <a:pt x="2364" y="45"/>
                      <a:pt x="2846" y="27"/>
                    </a:cubicBezTo>
                    <a:cubicBezTo>
                      <a:pt x="2846" y="27"/>
                      <a:pt x="2855" y="19"/>
                      <a:pt x="2855" y="19"/>
                    </a:cubicBezTo>
                    <a:cubicBezTo>
                      <a:pt x="2846" y="10"/>
                      <a:pt x="2846" y="10"/>
                      <a:pt x="2846" y="10"/>
                    </a:cubicBezTo>
                    <a:cubicBezTo>
                      <a:pt x="2364" y="10"/>
                      <a:pt x="2498" y="1"/>
                      <a:pt x="2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32"/>
              <p:cNvSpPr/>
              <p:nvPr/>
            </p:nvSpPr>
            <p:spPr>
              <a:xfrm>
                <a:off x="3489152" y="2848459"/>
                <a:ext cx="116514" cy="76980"/>
              </a:xfrm>
              <a:custGeom>
                <a:avLst/>
                <a:gdLst/>
                <a:ahLst/>
                <a:cxnLst/>
                <a:rect l="l" t="t" r="r" b="b"/>
                <a:pathLst>
                  <a:path w="893" h="590" extrusionOk="0">
                    <a:moveTo>
                      <a:pt x="857" y="0"/>
                    </a:moveTo>
                    <a:cubicBezTo>
                      <a:pt x="563" y="161"/>
                      <a:pt x="277" y="357"/>
                      <a:pt x="10" y="571"/>
                    </a:cubicBezTo>
                    <a:cubicBezTo>
                      <a:pt x="1" y="571"/>
                      <a:pt x="1" y="580"/>
                      <a:pt x="1" y="580"/>
                    </a:cubicBezTo>
                    <a:cubicBezTo>
                      <a:pt x="10" y="589"/>
                      <a:pt x="10" y="589"/>
                      <a:pt x="19" y="589"/>
                    </a:cubicBezTo>
                    <a:cubicBezTo>
                      <a:pt x="304" y="402"/>
                      <a:pt x="599" y="232"/>
                      <a:pt x="884" y="36"/>
                    </a:cubicBezTo>
                    <a:cubicBezTo>
                      <a:pt x="884" y="27"/>
                      <a:pt x="893" y="18"/>
                      <a:pt x="884" y="9"/>
                    </a:cubicBezTo>
                    <a:cubicBezTo>
                      <a:pt x="875" y="0"/>
                      <a:pt x="866" y="0"/>
                      <a:pt x="8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2"/>
              <p:cNvSpPr/>
              <p:nvPr/>
            </p:nvSpPr>
            <p:spPr>
              <a:xfrm>
                <a:off x="3506635" y="2570554"/>
                <a:ext cx="85070" cy="279217"/>
              </a:xfrm>
              <a:custGeom>
                <a:avLst/>
                <a:gdLst/>
                <a:ahLst/>
                <a:cxnLst/>
                <a:rect l="l" t="t" r="r" b="b"/>
                <a:pathLst>
                  <a:path w="652" h="2140" extrusionOk="0">
                    <a:moveTo>
                      <a:pt x="479" y="0"/>
                    </a:moveTo>
                    <a:cubicBezTo>
                      <a:pt x="473" y="0"/>
                      <a:pt x="469" y="3"/>
                      <a:pt x="473" y="7"/>
                    </a:cubicBezTo>
                    <a:cubicBezTo>
                      <a:pt x="527" y="355"/>
                      <a:pt x="563" y="703"/>
                      <a:pt x="580" y="1051"/>
                    </a:cubicBezTo>
                    <a:cubicBezTo>
                      <a:pt x="589" y="1210"/>
                      <a:pt x="598" y="2086"/>
                      <a:pt x="321" y="2086"/>
                    </a:cubicBezTo>
                    <a:cubicBezTo>
                      <a:pt x="318" y="2086"/>
                      <a:pt x="316" y="2086"/>
                      <a:pt x="313" y="2086"/>
                    </a:cubicBezTo>
                    <a:cubicBezTo>
                      <a:pt x="268" y="2077"/>
                      <a:pt x="233" y="2041"/>
                      <a:pt x="215" y="1970"/>
                    </a:cubicBezTo>
                    <a:cubicBezTo>
                      <a:pt x="206" y="1880"/>
                      <a:pt x="197" y="1791"/>
                      <a:pt x="206" y="1693"/>
                    </a:cubicBezTo>
                    <a:cubicBezTo>
                      <a:pt x="206" y="1506"/>
                      <a:pt x="206" y="1318"/>
                      <a:pt x="197" y="1131"/>
                    </a:cubicBezTo>
                    <a:cubicBezTo>
                      <a:pt x="170" y="783"/>
                      <a:pt x="117" y="435"/>
                      <a:pt x="27" y="96"/>
                    </a:cubicBezTo>
                    <a:cubicBezTo>
                      <a:pt x="18" y="87"/>
                      <a:pt x="18" y="87"/>
                      <a:pt x="10" y="87"/>
                    </a:cubicBezTo>
                    <a:cubicBezTo>
                      <a:pt x="10" y="87"/>
                      <a:pt x="1" y="96"/>
                      <a:pt x="1" y="96"/>
                    </a:cubicBezTo>
                    <a:cubicBezTo>
                      <a:pt x="90" y="578"/>
                      <a:pt x="134" y="1060"/>
                      <a:pt x="143" y="1541"/>
                    </a:cubicBezTo>
                    <a:cubicBezTo>
                      <a:pt x="143" y="1773"/>
                      <a:pt x="81" y="2139"/>
                      <a:pt x="322" y="2139"/>
                    </a:cubicBezTo>
                    <a:cubicBezTo>
                      <a:pt x="572" y="2130"/>
                      <a:pt x="643" y="1533"/>
                      <a:pt x="643" y="1372"/>
                    </a:cubicBezTo>
                    <a:cubicBezTo>
                      <a:pt x="652" y="908"/>
                      <a:pt x="598" y="453"/>
                      <a:pt x="491" y="7"/>
                    </a:cubicBezTo>
                    <a:cubicBezTo>
                      <a:pt x="491" y="3"/>
                      <a:pt x="485" y="0"/>
                      <a:pt x="4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2"/>
              <p:cNvSpPr/>
              <p:nvPr/>
            </p:nvSpPr>
            <p:spPr>
              <a:xfrm>
                <a:off x="3542776" y="2841153"/>
                <a:ext cx="15266" cy="49059"/>
              </a:xfrm>
              <a:custGeom>
                <a:avLst/>
                <a:gdLst/>
                <a:ahLst/>
                <a:cxnLst/>
                <a:rect l="l" t="t" r="r" b="b"/>
                <a:pathLst>
                  <a:path w="117" h="376" extrusionOk="0">
                    <a:moveTo>
                      <a:pt x="71" y="0"/>
                    </a:moveTo>
                    <a:cubicBezTo>
                      <a:pt x="57" y="0"/>
                      <a:pt x="45" y="15"/>
                      <a:pt x="45" y="30"/>
                    </a:cubicBezTo>
                    <a:cubicBezTo>
                      <a:pt x="27" y="92"/>
                      <a:pt x="18" y="154"/>
                      <a:pt x="9" y="217"/>
                    </a:cubicBezTo>
                    <a:cubicBezTo>
                      <a:pt x="0" y="270"/>
                      <a:pt x="0" y="324"/>
                      <a:pt x="9" y="368"/>
                    </a:cubicBezTo>
                    <a:cubicBezTo>
                      <a:pt x="9" y="373"/>
                      <a:pt x="14" y="375"/>
                      <a:pt x="19" y="375"/>
                    </a:cubicBezTo>
                    <a:cubicBezTo>
                      <a:pt x="25" y="375"/>
                      <a:pt x="31" y="373"/>
                      <a:pt x="36" y="368"/>
                    </a:cubicBezTo>
                    <a:cubicBezTo>
                      <a:pt x="54" y="324"/>
                      <a:pt x="72" y="270"/>
                      <a:pt x="72" y="217"/>
                    </a:cubicBezTo>
                    <a:cubicBezTo>
                      <a:pt x="89" y="154"/>
                      <a:pt x="98" y="92"/>
                      <a:pt x="107" y="38"/>
                    </a:cubicBezTo>
                    <a:cubicBezTo>
                      <a:pt x="116" y="21"/>
                      <a:pt x="98" y="3"/>
                      <a:pt x="80" y="3"/>
                    </a:cubicBezTo>
                    <a:cubicBezTo>
                      <a:pt x="77" y="1"/>
                      <a:pt x="74" y="0"/>
                      <a:pt x="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2"/>
              <p:cNvSpPr/>
              <p:nvPr/>
            </p:nvSpPr>
            <p:spPr>
              <a:xfrm>
                <a:off x="3171452" y="2709376"/>
                <a:ext cx="242162" cy="140130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1074" extrusionOk="0">
                    <a:moveTo>
                      <a:pt x="1849" y="1"/>
                    </a:moveTo>
                    <a:cubicBezTo>
                      <a:pt x="1848" y="1"/>
                      <a:pt x="1847" y="2"/>
                      <a:pt x="1847" y="5"/>
                    </a:cubicBezTo>
                    <a:cubicBezTo>
                      <a:pt x="1767" y="156"/>
                      <a:pt x="1669" y="290"/>
                      <a:pt x="1553" y="406"/>
                    </a:cubicBezTo>
                    <a:cubicBezTo>
                      <a:pt x="1347" y="620"/>
                      <a:pt x="1089" y="781"/>
                      <a:pt x="803" y="870"/>
                    </a:cubicBezTo>
                    <a:cubicBezTo>
                      <a:pt x="553" y="959"/>
                      <a:pt x="286" y="1013"/>
                      <a:pt x="18" y="1022"/>
                    </a:cubicBezTo>
                    <a:cubicBezTo>
                      <a:pt x="9" y="1031"/>
                      <a:pt x="0" y="1048"/>
                      <a:pt x="18" y="1048"/>
                    </a:cubicBezTo>
                    <a:cubicBezTo>
                      <a:pt x="106" y="1064"/>
                      <a:pt x="194" y="1074"/>
                      <a:pt x="283" y="1074"/>
                    </a:cubicBezTo>
                    <a:cubicBezTo>
                      <a:pt x="346" y="1074"/>
                      <a:pt x="410" y="1069"/>
                      <a:pt x="473" y="1057"/>
                    </a:cubicBezTo>
                    <a:cubicBezTo>
                      <a:pt x="776" y="1022"/>
                      <a:pt x="1071" y="915"/>
                      <a:pt x="1321" y="727"/>
                    </a:cubicBezTo>
                    <a:cubicBezTo>
                      <a:pt x="1446" y="638"/>
                      <a:pt x="1553" y="531"/>
                      <a:pt x="1651" y="415"/>
                    </a:cubicBezTo>
                    <a:cubicBezTo>
                      <a:pt x="1740" y="290"/>
                      <a:pt x="1811" y="156"/>
                      <a:pt x="1856" y="5"/>
                    </a:cubicBezTo>
                    <a:cubicBezTo>
                      <a:pt x="1856" y="5"/>
                      <a:pt x="1852" y="1"/>
                      <a:pt x="18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2"/>
              <p:cNvSpPr/>
              <p:nvPr/>
            </p:nvSpPr>
            <p:spPr>
              <a:xfrm>
                <a:off x="3361158" y="3768547"/>
                <a:ext cx="108425" cy="548647"/>
              </a:xfrm>
              <a:custGeom>
                <a:avLst/>
                <a:gdLst/>
                <a:ahLst/>
                <a:cxnLst/>
                <a:rect l="l" t="t" r="r" b="b"/>
                <a:pathLst>
                  <a:path w="831" h="4205" extrusionOk="0">
                    <a:moveTo>
                      <a:pt x="19" y="0"/>
                    </a:moveTo>
                    <a:cubicBezTo>
                      <a:pt x="11" y="0"/>
                      <a:pt x="0" y="11"/>
                      <a:pt x="0" y="23"/>
                    </a:cubicBezTo>
                    <a:cubicBezTo>
                      <a:pt x="45" y="299"/>
                      <a:pt x="99" y="576"/>
                      <a:pt x="152" y="843"/>
                    </a:cubicBezTo>
                    <a:cubicBezTo>
                      <a:pt x="206" y="1120"/>
                      <a:pt x="259" y="1396"/>
                      <a:pt x="313" y="1664"/>
                    </a:cubicBezTo>
                    <a:cubicBezTo>
                      <a:pt x="429" y="2208"/>
                      <a:pt x="527" y="2752"/>
                      <a:pt x="634" y="3288"/>
                    </a:cubicBezTo>
                    <a:cubicBezTo>
                      <a:pt x="661" y="3439"/>
                      <a:pt x="687" y="3600"/>
                      <a:pt x="723" y="3752"/>
                    </a:cubicBezTo>
                    <a:cubicBezTo>
                      <a:pt x="732" y="3823"/>
                      <a:pt x="750" y="3903"/>
                      <a:pt x="768" y="3975"/>
                    </a:cubicBezTo>
                    <a:cubicBezTo>
                      <a:pt x="786" y="4046"/>
                      <a:pt x="803" y="4126"/>
                      <a:pt x="821" y="4198"/>
                    </a:cubicBezTo>
                    <a:cubicBezTo>
                      <a:pt x="821" y="4202"/>
                      <a:pt x="823" y="4204"/>
                      <a:pt x="826" y="4204"/>
                    </a:cubicBezTo>
                    <a:cubicBezTo>
                      <a:pt x="828" y="4204"/>
                      <a:pt x="830" y="4202"/>
                      <a:pt x="830" y="4198"/>
                    </a:cubicBezTo>
                    <a:cubicBezTo>
                      <a:pt x="821" y="4126"/>
                      <a:pt x="821" y="4055"/>
                      <a:pt x="812" y="3975"/>
                    </a:cubicBezTo>
                    <a:cubicBezTo>
                      <a:pt x="803" y="3903"/>
                      <a:pt x="794" y="3832"/>
                      <a:pt x="786" y="3761"/>
                    </a:cubicBezTo>
                    <a:cubicBezTo>
                      <a:pt x="759" y="3627"/>
                      <a:pt x="741" y="3493"/>
                      <a:pt x="723" y="3359"/>
                    </a:cubicBezTo>
                    <a:cubicBezTo>
                      <a:pt x="678" y="3083"/>
                      <a:pt x="634" y="2815"/>
                      <a:pt x="580" y="2538"/>
                    </a:cubicBezTo>
                    <a:cubicBezTo>
                      <a:pt x="482" y="1994"/>
                      <a:pt x="375" y="1459"/>
                      <a:pt x="259" y="915"/>
                    </a:cubicBezTo>
                    <a:cubicBezTo>
                      <a:pt x="188" y="611"/>
                      <a:pt x="116" y="317"/>
                      <a:pt x="27" y="14"/>
                    </a:cubicBezTo>
                    <a:cubicBezTo>
                      <a:pt x="27" y="4"/>
                      <a:pt x="24" y="0"/>
                      <a:pt x="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2"/>
              <p:cNvSpPr/>
              <p:nvPr/>
            </p:nvSpPr>
            <p:spPr>
              <a:xfrm>
                <a:off x="3493849" y="2924133"/>
                <a:ext cx="284175" cy="1033101"/>
              </a:xfrm>
              <a:custGeom>
                <a:avLst/>
                <a:gdLst/>
                <a:ahLst/>
                <a:cxnLst/>
                <a:rect l="l" t="t" r="r" b="b"/>
                <a:pathLst>
                  <a:path w="2178" h="7918" extrusionOk="0">
                    <a:moveTo>
                      <a:pt x="0" y="0"/>
                    </a:moveTo>
                    <a:cubicBezTo>
                      <a:pt x="0" y="0"/>
                      <a:pt x="0" y="9"/>
                      <a:pt x="0" y="9"/>
                    </a:cubicBezTo>
                    <a:cubicBezTo>
                      <a:pt x="63" y="277"/>
                      <a:pt x="152" y="660"/>
                      <a:pt x="232" y="919"/>
                    </a:cubicBezTo>
                    <a:cubicBezTo>
                      <a:pt x="313" y="1169"/>
                      <a:pt x="393" y="1427"/>
                      <a:pt x="473" y="1686"/>
                    </a:cubicBezTo>
                    <a:cubicBezTo>
                      <a:pt x="625" y="2186"/>
                      <a:pt x="786" y="2694"/>
                      <a:pt x="937" y="3194"/>
                    </a:cubicBezTo>
                    <a:cubicBezTo>
                      <a:pt x="1241" y="4193"/>
                      <a:pt x="1544" y="5192"/>
                      <a:pt x="1785" y="6200"/>
                    </a:cubicBezTo>
                    <a:cubicBezTo>
                      <a:pt x="1856" y="6486"/>
                      <a:pt x="1919" y="6771"/>
                      <a:pt x="1981" y="7057"/>
                    </a:cubicBezTo>
                    <a:cubicBezTo>
                      <a:pt x="2043" y="7342"/>
                      <a:pt x="2097" y="7628"/>
                      <a:pt x="2159" y="7913"/>
                    </a:cubicBezTo>
                    <a:cubicBezTo>
                      <a:pt x="2159" y="7916"/>
                      <a:pt x="2161" y="7917"/>
                      <a:pt x="2164" y="7917"/>
                    </a:cubicBezTo>
                    <a:cubicBezTo>
                      <a:pt x="2169" y="7917"/>
                      <a:pt x="2177" y="7913"/>
                      <a:pt x="2177" y="7913"/>
                    </a:cubicBezTo>
                    <a:cubicBezTo>
                      <a:pt x="2124" y="7387"/>
                      <a:pt x="2017" y="6878"/>
                      <a:pt x="1910" y="6370"/>
                    </a:cubicBezTo>
                    <a:cubicBezTo>
                      <a:pt x="1811" y="5852"/>
                      <a:pt x="1669" y="5353"/>
                      <a:pt x="1535" y="4853"/>
                    </a:cubicBezTo>
                    <a:cubicBezTo>
                      <a:pt x="1258" y="3845"/>
                      <a:pt x="928" y="2846"/>
                      <a:pt x="598" y="1856"/>
                    </a:cubicBezTo>
                    <a:cubicBezTo>
                      <a:pt x="509" y="1570"/>
                      <a:pt x="411" y="1285"/>
                      <a:pt x="313" y="999"/>
                    </a:cubicBezTo>
                    <a:cubicBezTo>
                      <a:pt x="268" y="857"/>
                      <a:pt x="36" y="80"/>
                      <a:pt x="9" y="9"/>
                    </a:cubicBezTo>
                    <a:cubicBezTo>
                      <a:pt x="9" y="9"/>
                      <a:pt x="9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2"/>
              <p:cNvSpPr/>
              <p:nvPr/>
            </p:nvSpPr>
            <p:spPr>
              <a:xfrm>
                <a:off x="3102823" y="2573685"/>
                <a:ext cx="445833" cy="1911067"/>
              </a:xfrm>
              <a:custGeom>
                <a:avLst/>
                <a:gdLst/>
                <a:ahLst/>
                <a:cxnLst/>
                <a:rect l="l" t="t" r="r" b="b"/>
                <a:pathLst>
                  <a:path w="3417" h="14647" extrusionOk="0">
                    <a:moveTo>
                      <a:pt x="366" y="1"/>
                    </a:moveTo>
                    <a:lnTo>
                      <a:pt x="366" y="1"/>
                    </a:lnTo>
                    <a:cubicBezTo>
                      <a:pt x="0" y="866"/>
                      <a:pt x="232" y="1812"/>
                      <a:pt x="517" y="2659"/>
                    </a:cubicBezTo>
                    <a:cubicBezTo>
                      <a:pt x="669" y="3123"/>
                      <a:pt x="839" y="3587"/>
                      <a:pt x="990" y="4051"/>
                    </a:cubicBezTo>
                    <a:cubicBezTo>
                      <a:pt x="1142" y="4533"/>
                      <a:pt x="1294" y="5006"/>
                      <a:pt x="1436" y="5487"/>
                    </a:cubicBezTo>
                    <a:cubicBezTo>
                      <a:pt x="1722" y="6451"/>
                      <a:pt x="1980" y="7405"/>
                      <a:pt x="2221" y="8378"/>
                    </a:cubicBezTo>
                    <a:cubicBezTo>
                      <a:pt x="2462" y="9341"/>
                      <a:pt x="2667" y="10323"/>
                      <a:pt x="2855" y="11304"/>
                    </a:cubicBezTo>
                    <a:cubicBezTo>
                      <a:pt x="3042" y="12285"/>
                      <a:pt x="3194" y="13266"/>
                      <a:pt x="3354" y="14257"/>
                    </a:cubicBezTo>
                    <a:cubicBezTo>
                      <a:pt x="3372" y="14390"/>
                      <a:pt x="3390" y="14515"/>
                      <a:pt x="3408" y="14640"/>
                    </a:cubicBezTo>
                    <a:cubicBezTo>
                      <a:pt x="3408" y="14645"/>
                      <a:pt x="3410" y="14647"/>
                      <a:pt x="3412" y="14647"/>
                    </a:cubicBezTo>
                    <a:cubicBezTo>
                      <a:pt x="3415" y="14647"/>
                      <a:pt x="3417" y="14645"/>
                      <a:pt x="3417" y="14640"/>
                    </a:cubicBezTo>
                    <a:cubicBezTo>
                      <a:pt x="3301" y="13668"/>
                      <a:pt x="3167" y="12695"/>
                      <a:pt x="2997" y="11723"/>
                    </a:cubicBezTo>
                    <a:cubicBezTo>
                      <a:pt x="2828" y="10751"/>
                      <a:pt x="2623" y="9778"/>
                      <a:pt x="2400" y="8815"/>
                    </a:cubicBezTo>
                    <a:cubicBezTo>
                      <a:pt x="2177" y="7860"/>
                      <a:pt x="1927" y="6888"/>
                      <a:pt x="1650" y="5933"/>
                    </a:cubicBezTo>
                    <a:cubicBezTo>
                      <a:pt x="1374" y="4988"/>
                      <a:pt x="1071" y="4042"/>
                      <a:pt x="740" y="3105"/>
                    </a:cubicBezTo>
                    <a:cubicBezTo>
                      <a:pt x="571" y="2668"/>
                      <a:pt x="428" y="2213"/>
                      <a:pt x="321" y="1758"/>
                    </a:cubicBezTo>
                    <a:cubicBezTo>
                      <a:pt x="214" y="1303"/>
                      <a:pt x="170" y="813"/>
                      <a:pt x="277" y="349"/>
                    </a:cubicBezTo>
                    <a:cubicBezTo>
                      <a:pt x="303" y="233"/>
                      <a:pt x="330" y="126"/>
                      <a:pt x="375" y="10"/>
                    </a:cubicBezTo>
                    <a:cubicBezTo>
                      <a:pt x="375" y="1"/>
                      <a:pt x="366" y="1"/>
                      <a:pt x="3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2"/>
              <p:cNvSpPr/>
              <p:nvPr/>
            </p:nvSpPr>
            <p:spPr>
              <a:xfrm>
                <a:off x="3471277" y="1922499"/>
                <a:ext cx="705087" cy="514463"/>
              </a:xfrm>
              <a:custGeom>
                <a:avLst/>
                <a:gdLst/>
                <a:ahLst/>
                <a:cxnLst/>
                <a:rect l="l" t="t" r="r" b="b"/>
                <a:pathLst>
                  <a:path w="5404" h="3943" extrusionOk="0">
                    <a:moveTo>
                      <a:pt x="216" y="1"/>
                    </a:moveTo>
                    <a:cubicBezTo>
                      <a:pt x="0" y="1"/>
                      <a:pt x="16" y="431"/>
                      <a:pt x="111" y="781"/>
                    </a:cubicBezTo>
                    <a:cubicBezTo>
                      <a:pt x="477" y="2102"/>
                      <a:pt x="1512" y="3689"/>
                      <a:pt x="2011" y="3912"/>
                    </a:cubicBezTo>
                    <a:cubicBezTo>
                      <a:pt x="2058" y="3933"/>
                      <a:pt x="2124" y="3942"/>
                      <a:pt x="2205" y="3942"/>
                    </a:cubicBezTo>
                    <a:cubicBezTo>
                      <a:pt x="2862" y="3942"/>
                      <a:pt x="4521" y="3316"/>
                      <a:pt x="5196" y="2887"/>
                    </a:cubicBezTo>
                    <a:cubicBezTo>
                      <a:pt x="5403" y="2748"/>
                      <a:pt x="4582" y="1589"/>
                      <a:pt x="4295" y="1589"/>
                    </a:cubicBezTo>
                    <a:cubicBezTo>
                      <a:pt x="4285" y="1589"/>
                      <a:pt x="4276" y="1590"/>
                      <a:pt x="4268" y="1593"/>
                    </a:cubicBezTo>
                    <a:cubicBezTo>
                      <a:pt x="3447" y="1870"/>
                      <a:pt x="2558" y="2272"/>
                      <a:pt x="2439" y="2272"/>
                    </a:cubicBezTo>
                    <a:cubicBezTo>
                      <a:pt x="2436" y="2272"/>
                      <a:pt x="2433" y="2272"/>
                      <a:pt x="2431" y="2271"/>
                    </a:cubicBezTo>
                    <a:cubicBezTo>
                      <a:pt x="2288" y="2226"/>
                      <a:pt x="1387" y="1120"/>
                      <a:pt x="736" y="389"/>
                    </a:cubicBezTo>
                    <a:cubicBezTo>
                      <a:pt x="491" y="109"/>
                      <a:pt x="325" y="1"/>
                      <a:pt x="216" y="1"/>
                    </a:cubicBezTo>
                    <a:close/>
                  </a:path>
                </a:pathLst>
              </a:custGeom>
              <a:solidFill>
                <a:srgbClr val="7B40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2"/>
              <p:cNvSpPr/>
              <p:nvPr/>
            </p:nvSpPr>
            <p:spPr>
              <a:xfrm>
                <a:off x="4310996" y="2073064"/>
                <a:ext cx="217763" cy="79459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609" extrusionOk="0">
                    <a:moveTo>
                      <a:pt x="493" y="0"/>
                    </a:moveTo>
                    <a:cubicBezTo>
                      <a:pt x="216" y="0"/>
                      <a:pt x="0" y="11"/>
                      <a:pt x="0" y="11"/>
                    </a:cubicBezTo>
                    <a:lnTo>
                      <a:pt x="187" y="609"/>
                    </a:lnTo>
                    <a:cubicBezTo>
                      <a:pt x="357" y="537"/>
                      <a:pt x="1668" y="501"/>
                      <a:pt x="1668" y="216"/>
                    </a:cubicBezTo>
                    <a:cubicBezTo>
                      <a:pt x="1668" y="33"/>
                      <a:pt x="985" y="0"/>
                      <a:pt x="493" y="0"/>
                    </a:cubicBezTo>
                    <a:close/>
                  </a:path>
                </a:pathLst>
              </a:custGeom>
              <a:solidFill>
                <a:srgbClr val="7B40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32"/>
              <p:cNvSpPr/>
              <p:nvPr/>
            </p:nvSpPr>
            <p:spPr>
              <a:xfrm>
                <a:off x="4008300" y="2070585"/>
                <a:ext cx="468014" cy="250773"/>
              </a:xfrm>
              <a:custGeom>
                <a:avLst/>
                <a:gdLst/>
                <a:ahLst/>
                <a:cxnLst/>
                <a:rect l="l" t="t" r="r" b="b"/>
                <a:pathLst>
                  <a:path w="3587" h="1922" extrusionOk="0">
                    <a:moveTo>
                      <a:pt x="897" y="1"/>
                    </a:moveTo>
                    <a:cubicBezTo>
                      <a:pt x="758" y="1"/>
                      <a:pt x="657" y="4"/>
                      <a:pt x="625" y="12"/>
                    </a:cubicBezTo>
                    <a:cubicBezTo>
                      <a:pt x="429" y="74"/>
                      <a:pt x="224" y="378"/>
                      <a:pt x="1" y="663"/>
                    </a:cubicBezTo>
                    <a:lnTo>
                      <a:pt x="768" y="1921"/>
                    </a:lnTo>
                    <a:cubicBezTo>
                      <a:pt x="768" y="1921"/>
                      <a:pt x="2142" y="1172"/>
                      <a:pt x="2507" y="672"/>
                    </a:cubicBezTo>
                    <a:cubicBezTo>
                      <a:pt x="2606" y="520"/>
                      <a:pt x="3587" y="520"/>
                      <a:pt x="3560" y="235"/>
                    </a:cubicBezTo>
                    <a:cubicBezTo>
                      <a:pt x="3545" y="67"/>
                      <a:pt x="2986" y="25"/>
                      <a:pt x="2657" y="25"/>
                    </a:cubicBezTo>
                    <a:cubicBezTo>
                      <a:pt x="2584" y="25"/>
                      <a:pt x="2523" y="27"/>
                      <a:pt x="2481" y="30"/>
                    </a:cubicBezTo>
                    <a:cubicBezTo>
                      <a:pt x="2465" y="30"/>
                      <a:pt x="2443" y="31"/>
                      <a:pt x="2417" y="31"/>
                    </a:cubicBezTo>
                    <a:cubicBezTo>
                      <a:pt x="2142" y="31"/>
                      <a:pt x="1331" y="1"/>
                      <a:pt x="897" y="1"/>
                    </a:cubicBezTo>
                    <a:close/>
                  </a:path>
                </a:pathLst>
              </a:custGeom>
              <a:solidFill>
                <a:srgbClr val="7B40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32"/>
              <p:cNvSpPr/>
              <p:nvPr/>
            </p:nvSpPr>
            <p:spPr>
              <a:xfrm>
                <a:off x="4345832" y="2072542"/>
                <a:ext cx="130475" cy="74110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568" extrusionOk="0">
                    <a:moveTo>
                      <a:pt x="226" y="0"/>
                    </a:moveTo>
                    <a:cubicBezTo>
                      <a:pt x="150" y="0"/>
                      <a:pt x="75" y="2"/>
                      <a:pt x="1" y="6"/>
                    </a:cubicBezTo>
                    <a:lnTo>
                      <a:pt x="40" y="15"/>
                    </a:lnTo>
                    <a:lnTo>
                      <a:pt x="40" y="15"/>
                    </a:lnTo>
                    <a:cubicBezTo>
                      <a:pt x="161" y="15"/>
                      <a:pt x="282" y="17"/>
                      <a:pt x="411" y="33"/>
                    </a:cubicBezTo>
                    <a:cubicBezTo>
                      <a:pt x="527" y="33"/>
                      <a:pt x="652" y="50"/>
                      <a:pt x="777" y="86"/>
                    </a:cubicBezTo>
                    <a:cubicBezTo>
                      <a:pt x="830" y="104"/>
                      <a:pt x="875" y="131"/>
                      <a:pt x="920" y="166"/>
                    </a:cubicBezTo>
                    <a:cubicBezTo>
                      <a:pt x="932" y="184"/>
                      <a:pt x="941" y="201"/>
                      <a:pt x="946" y="219"/>
                    </a:cubicBezTo>
                    <a:lnTo>
                      <a:pt x="946" y="219"/>
                    </a:lnTo>
                    <a:lnTo>
                      <a:pt x="40" y="15"/>
                    </a:lnTo>
                    <a:lnTo>
                      <a:pt x="40" y="15"/>
                    </a:lnTo>
                    <a:cubicBezTo>
                      <a:pt x="27" y="15"/>
                      <a:pt x="14" y="15"/>
                      <a:pt x="1" y="15"/>
                    </a:cubicBezTo>
                    <a:lnTo>
                      <a:pt x="946" y="219"/>
                    </a:lnTo>
                    <a:lnTo>
                      <a:pt x="946" y="219"/>
                    </a:lnTo>
                    <a:cubicBezTo>
                      <a:pt x="946" y="219"/>
                      <a:pt x="946" y="219"/>
                      <a:pt x="946" y="219"/>
                    </a:cubicBezTo>
                    <a:lnTo>
                      <a:pt x="946" y="219"/>
                    </a:lnTo>
                    <a:lnTo>
                      <a:pt x="991" y="229"/>
                    </a:lnTo>
                    <a:lnTo>
                      <a:pt x="991" y="229"/>
                    </a:lnTo>
                    <a:cubicBezTo>
                      <a:pt x="982" y="175"/>
                      <a:pt x="946" y="131"/>
                      <a:pt x="902" y="104"/>
                    </a:cubicBezTo>
                    <a:cubicBezTo>
                      <a:pt x="795" y="24"/>
                      <a:pt x="661" y="24"/>
                      <a:pt x="545" y="15"/>
                    </a:cubicBezTo>
                    <a:cubicBezTo>
                      <a:pt x="440" y="4"/>
                      <a:pt x="333" y="0"/>
                      <a:pt x="226" y="0"/>
                    </a:cubicBezTo>
                    <a:close/>
                    <a:moveTo>
                      <a:pt x="946" y="219"/>
                    </a:moveTo>
                    <a:cubicBezTo>
                      <a:pt x="951" y="239"/>
                      <a:pt x="951" y="259"/>
                      <a:pt x="946" y="282"/>
                    </a:cubicBezTo>
                    <a:cubicBezTo>
                      <a:pt x="902" y="407"/>
                      <a:pt x="661" y="443"/>
                      <a:pt x="545" y="470"/>
                    </a:cubicBezTo>
                    <a:cubicBezTo>
                      <a:pt x="393" y="497"/>
                      <a:pt x="242" y="532"/>
                      <a:pt x="90" y="559"/>
                    </a:cubicBezTo>
                    <a:cubicBezTo>
                      <a:pt x="81" y="559"/>
                      <a:pt x="90" y="568"/>
                      <a:pt x="90" y="568"/>
                    </a:cubicBezTo>
                    <a:cubicBezTo>
                      <a:pt x="250" y="541"/>
                      <a:pt x="411" y="532"/>
                      <a:pt x="563" y="497"/>
                    </a:cubicBezTo>
                    <a:cubicBezTo>
                      <a:pt x="697" y="488"/>
                      <a:pt x="821" y="443"/>
                      <a:pt x="928" y="372"/>
                    </a:cubicBezTo>
                    <a:cubicBezTo>
                      <a:pt x="973" y="336"/>
                      <a:pt x="1000" y="282"/>
                      <a:pt x="991" y="229"/>
                    </a:cubicBezTo>
                    <a:lnTo>
                      <a:pt x="946" y="21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2"/>
              <p:cNvSpPr/>
              <p:nvPr/>
            </p:nvSpPr>
            <p:spPr>
              <a:xfrm>
                <a:off x="3454968" y="1918846"/>
                <a:ext cx="698955" cy="556084"/>
              </a:xfrm>
              <a:custGeom>
                <a:avLst/>
                <a:gdLst/>
                <a:ahLst/>
                <a:cxnLst/>
                <a:rect l="l" t="t" r="r" b="b"/>
                <a:pathLst>
                  <a:path w="5357" h="4262" extrusionOk="0">
                    <a:moveTo>
                      <a:pt x="312" y="1"/>
                    </a:moveTo>
                    <a:cubicBezTo>
                      <a:pt x="80" y="1"/>
                      <a:pt x="1" y="304"/>
                      <a:pt x="263" y="1068"/>
                    </a:cubicBezTo>
                    <a:cubicBezTo>
                      <a:pt x="869" y="2790"/>
                      <a:pt x="1601" y="3833"/>
                      <a:pt x="1735" y="3949"/>
                    </a:cubicBezTo>
                    <a:cubicBezTo>
                      <a:pt x="1940" y="4155"/>
                      <a:pt x="2181" y="4244"/>
                      <a:pt x="2841" y="4262"/>
                    </a:cubicBezTo>
                    <a:cubicBezTo>
                      <a:pt x="2848" y="4262"/>
                      <a:pt x="2855" y="4262"/>
                      <a:pt x="2862" y="4262"/>
                    </a:cubicBezTo>
                    <a:cubicBezTo>
                      <a:pt x="3572" y="4262"/>
                      <a:pt x="5357" y="3370"/>
                      <a:pt x="5357" y="3370"/>
                    </a:cubicBezTo>
                    <a:lnTo>
                      <a:pt x="4179" y="1648"/>
                    </a:lnTo>
                    <a:cubicBezTo>
                      <a:pt x="4179" y="1648"/>
                      <a:pt x="2663" y="2219"/>
                      <a:pt x="2618" y="2219"/>
                    </a:cubicBezTo>
                    <a:cubicBezTo>
                      <a:pt x="2618" y="2219"/>
                      <a:pt x="2618" y="2219"/>
                      <a:pt x="2617" y="2219"/>
                    </a:cubicBezTo>
                    <a:cubicBezTo>
                      <a:pt x="2557" y="2219"/>
                      <a:pt x="1502" y="1031"/>
                      <a:pt x="1173" y="631"/>
                    </a:cubicBezTo>
                    <a:cubicBezTo>
                      <a:pt x="855" y="249"/>
                      <a:pt x="521" y="1"/>
                      <a:pt x="31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32"/>
              <p:cNvSpPr/>
              <p:nvPr/>
            </p:nvSpPr>
            <p:spPr>
              <a:xfrm>
                <a:off x="3952458" y="2170527"/>
                <a:ext cx="130214" cy="206933"/>
              </a:xfrm>
              <a:custGeom>
                <a:avLst/>
                <a:gdLst/>
                <a:ahLst/>
                <a:cxnLst/>
                <a:rect l="l" t="t" r="r" b="b"/>
                <a:pathLst>
                  <a:path w="998" h="1586" extrusionOk="0">
                    <a:moveTo>
                      <a:pt x="7" y="0"/>
                    </a:moveTo>
                    <a:cubicBezTo>
                      <a:pt x="4" y="0"/>
                      <a:pt x="0" y="4"/>
                      <a:pt x="0" y="4"/>
                    </a:cubicBezTo>
                    <a:cubicBezTo>
                      <a:pt x="152" y="272"/>
                      <a:pt x="313" y="540"/>
                      <a:pt x="473" y="807"/>
                    </a:cubicBezTo>
                    <a:cubicBezTo>
                      <a:pt x="553" y="932"/>
                      <a:pt x="884" y="1449"/>
                      <a:pt x="982" y="1583"/>
                    </a:cubicBezTo>
                    <a:cubicBezTo>
                      <a:pt x="982" y="1585"/>
                      <a:pt x="982" y="1586"/>
                      <a:pt x="983" y="1586"/>
                    </a:cubicBezTo>
                    <a:cubicBezTo>
                      <a:pt x="988" y="1586"/>
                      <a:pt x="998" y="1574"/>
                      <a:pt x="991" y="1574"/>
                    </a:cubicBezTo>
                    <a:cubicBezTo>
                      <a:pt x="910" y="1423"/>
                      <a:pt x="598" y="905"/>
                      <a:pt x="518" y="780"/>
                    </a:cubicBezTo>
                    <a:cubicBezTo>
                      <a:pt x="357" y="513"/>
                      <a:pt x="188" y="254"/>
                      <a:pt x="9" y="4"/>
                    </a:cubicBezTo>
                    <a:cubicBezTo>
                      <a:pt x="9" y="1"/>
                      <a:pt x="8" y="0"/>
                      <a:pt x="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2"/>
              <p:cNvSpPr/>
              <p:nvPr/>
            </p:nvSpPr>
            <p:spPr>
              <a:xfrm>
                <a:off x="3468276" y="1925370"/>
                <a:ext cx="403951" cy="549561"/>
              </a:xfrm>
              <a:custGeom>
                <a:avLst/>
                <a:gdLst/>
                <a:ahLst/>
                <a:cxnLst/>
                <a:rect l="l" t="t" r="r" b="b"/>
                <a:pathLst>
                  <a:path w="3096" h="4212" extrusionOk="0">
                    <a:moveTo>
                      <a:pt x="81" y="1"/>
                    </a:moveTo>
                    <a:cubicBezTo>
                      <a:pt x="36" y="37"/>
                      <a:pt x="18" y="81"/>
                      <a:pt x="0" y="135"/>
                    </a:cubicBezTo>
                    <a:cubicBezTo>
                      <a:pt x="0" y="153"/>
                      <a:pt x="0" y="161"/>
                      <a:pt x="0" y="170"/>
                    </a:cubicBezTo>
                    <a:cubicBezTo>
                      <a:pt x="0" y="188"/>
                      <a:pt x="0" y="206"/>
                      <a:pt x="0" y="215"/>
                    </a:cubicBezTo>
                    <a:lnTo>
                      <a:pt x="0" y="269"/>
                    </a:lnTo>
                    <a:cubicBezTo>
                      <a:pt x="0" y="438"/>
                      <a:pt x="45" y="679"/>
                      <a:pt x="161" y="1018"/>
                    </a:cubicBezTo>
                    <a:cubicBezTo>
                      <a:pt x="767" y="2740"/>
                      <a:pt x="1499" y="3783"/>
                      <a:pt x="1633" y="3899"/>
                    </a:cubicBezTo>
                    <a:cubicBezTo>
                      <a:pt x="1838" y="4105"/>
                      <a:pt x="2079" y="4203"/>
                      <a:pt x="2739" y="4212"/>
                    </a:cubicBezTo>
                    <a:cubicBezTo>
                      <a:pt x="2855" y="4212"/>
                      <a:pt x="2980" y="4203"/>
                      <a:pt x="3096" y="4167"/>
                    </a:cubicBezTo>
                    <a:cubicBezTo>
                      <a:pt x="2418" y="3141"/>
                      <a:pt x="491" y="545"/>
                      <a:pt x="81" y="1"/>
                    </a:cubicBezTo>
                    <a:close/>
                  </a:path>
                </a:pathLst>
              </a:custGeom>
              <a:solidFill>
                <a:srgbClr val="1A2E35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2"/>
              <p:cNvSpPr/>
              <p:nvPr/>
            </p:nvSpPr>
            <p:spPr>
              <a:xfrm>
                <a:off x="3853560" y="2041881"/>
                <a:ext cx="579700" cy="31444"/>
              </a:xfrm>
              <a:custGeom>
                <a:avLst/>
                <a:gdLst/>
                <a:ahLst/>
                <a:cxnLst/>
                <a:rect l="l" t="t" r="r" b="b"/>
                <a:pathLst>
                  <a:path w="4443" h="241" extrusionOk="0">
                    <a:moveTo>
                      <a:pt x="0" y="0"/>
                    </a:moveTo>
                    <a:lnTo>
                      <a:pt x="0" y="241"/>
                    </a:lnTo>
                    <a:lnTo>
                      <a:pt x="4443" y="241"/>
                    </a:lnTo>
                    <a:lnTo>
                      <a:pt x="444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2"/>
              <p:cNvSpPr/>
              <p:nvPr/>
            </p:nvSpPr>
            <p:spPr>
              <a:xfrm>
                <a:off x="4081626" y="2041881"/>
                <a:ext cx="352804" cy="3144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41" extrusionOk="0">
                    <a:moveTo>
                      <a:pt x="179" y="0"/>
                    </a:moveTo>
                    <a:lnTo>
                      <a:pt x="1" y="241"/>
                    </a:lnTo>
                    <a:lnTo>
                      <a:pt x="2704" y="241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rgbClr val="1A2E35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2"/>
              <p:cNvSpPr/>
              <p:nvPr/>
            </p:nvSpPr>
            <p:spPr>
              <a:xfrm>
                <a:off x="4130553" y="1729923"/>
                <a:ext cx="590269" cy="343410"/>
              </a:xfrm>
              <a:custGeom>
                <a:avLst/>
                <a:gdLst/>
                <a:ahLst/>
                <a:cxnLst/>
                <a:rect l="l" t="t" r="r" b="b"/>
                <a:pathLst>
                  <a:path w="4524" h="2632" extrusionOk="0">
                    <a:moveTo>
                      <a:pt x="1553" y="0"/>
                    </a:moveTo>
                    <a:lnTo>
                      <a:pt x="0" y="2632"/>
                    </a:lnTo>
                    <a:lnTo>
                      <a:pt x="2980" y="2632"/>
                    </a:lnTo>
                    <a:lnTo>
                      <a:pt x="452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2"/>
              <p:cNvSpPr/>
              <p:nvPr/>
            </p:nvSpPr>
            <p:spPr>
              <a:xfrm>
                <a:off x="4404023" y="1880357"/>
                <a:ext cx="64194" cy="59888"/>
              </a:xfrm>
              <a:custGeom>
                <a:avLst/>
                <a:gdLst/>
                <a:ahLst/>
                <a:cxnLst/>
                <a:rect l="l" t="t" r="r" b="b"/>
                <a:pathLst>
                  <a:path w="492" h="459" extrusionOk="0">
                    <a:moveTo>
                      <a:pt x="291" y="1"/>
                    </a:moveTo>
                    <a:cubicBezTo>
                      <a:pt x="187" y="1"/>
                      <a:pt x="92" y="62"/>
                      <a:pt x="54" y="167"/>
                    </a:cubicBezTo>
                    <a:cubicBezTo>
                      <a:pt x="1" y="283"/>
                      <a:pt x="45" y="417"/>
                      <a:pt x="143" y="453"/>
                    </a:cubicBezTo>
                    <a:cubicBezTo>
                      <a:pt x="161" y="457"/>
                      <a:pt x="179" y="459"/>
                      <a:pt x="196" y="459"/>
                    </a:cubicBezTo>
                    <a:cubicBezTo>
                      <a:pt x="302" y="459"/>
                      <a:pt x="400" y="392"/>
                      <a:pt x="438" y="292"/>
                    </a:cubicBezTo>
                    <a:cubicBezTo>
                      <a:pt x="491" y="176"/>
                      <a:pt x="456" y="43"/>
                      <a:pt x="349" y="7"/>
                    </a:cubicBezTo>
                    <a:cubicBezTo>
                      <a:pt x="329" y="3"/>
                      <a:pt x="310" y="1"/>
                      <a:pt x="2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2"/>
              <p:cNvSpPr/>
              <p:nvPr/>
            </p:nvSpPr>
            <p:spPr>
              <a:xfrm>
                <a:off x="3088732" y="1902146"/>
                <a:ext cx="626410" cy="772412"/>
              </a:xfrm>
              <a:custGeom>
                <a:avLst/>
                <a:gdLst/>
                <a:ahLst/>
                <a:cxnLst/>
                <a:rect l="l" t="t" r="r" b="b"/>
                <a:pathLst>
                  <a:path w="4801" h="5920" extrusionOk="0">
                    <a:moveTo>
                      <a:pt x="2727" y="0"/>
                    </a:moveTo>
                    <a:cubicBezTo>
                      <a:pt x="2648" y="0"/>
                      <a:pt x="2567" y="6"/>
                      <a:pt x="2490" y="18"/>
                    </a:cubicBezTo>
                    <a:cubicBezTo>
                      <a:pt x="2419" y="27"/>
                      <a:pt x="2347" y="36"/>
                      <a:pt x="2267" y="63"/>
                    </a:cubicBezTo>
                    <a:cubicBezTo>
                      <a:pt x="2204" y="81"/>
                      <a:pt x="2151" y="108"/>
                      <a:pt x="2106" y="143"/>
                    </a:cubicBezTo>
                    <a:cubicBezTo>
                      <a:pt x="1312" y="786"/>
                      <a:pt x="670" y="3016"/>
                      <a:pt x="518" y="3685"/>
                    </a:cubicBezTo>
                    <a:cubicBezTo>
                      <a:pt x="269" y="4782"/>
                      <a:pt x="1" y="5879"/>
                      <a:pt x="46" y="5915"/>
                    </a:cubicBezTo>
                    <a:cubicBezTo>
                      <a:pt x="47" y="5918"/>
                      <a:pt x="199" y="5920"/>
                      <a:pt x="448" y="5920"/>
                    </a:cubicBezTo>
                    <a:cubicBezTo>
                      <a:pt x="1580" y="5920"/>
                      <a:pt x="4710" y="5889"/>
                      <a:pt x="4747" y="5853"/>
                    </a:cubicBezTo>
                    <a:cubicBezTo>
                      <a:pt x="4800" y="5781"/>
                      <a:pt x="3703" y="759"/>
                      <a:pt x="3221" y="143"/>
                    </a:cubicBezTo>
                    <a:cubicBezTo>
                      <a:pt x="3143" y="46"/>
                      <a:pt x="2941" y="0"/>
                      <a:pt x="27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32"/>
              <p:cNvSpPr/>
              <p:nvPr/>
            </p:nvSpPr>
            <p:spPr>
              <a:xfrm>
                <a:off x="2931644" y="1930458"/>
                <a:ext cx="458881" cy="630977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4836" extrusionOk="0">
                    <a:moveTo>
                      <a:pt x="3333" y="0"/>
                    </a:moveTo>
                    <a:cubicBezTo>
                      <a:pt x="3173" y="0"/>
                      <a:pt x="2889" y="227"/>
                      <a:pt x="2730" y="390"/>
                    </a:cubicBezTo>
                    <a:cubicBezTo>
                      <a:pt x="1517" y="1612"/>
                      <a:pt x="1" y="4190"/>
                      <a:pt x="277" y="4717"/>
                    </a:cubicBezTo>
                    <a:cubicBezTo>
                      <a:pt x="323" y="4800"/>
                      <a:pt x="397" y="4836"/>
                      <a:pt x="491" y="4836"/>
                    </a:cubicBezTo>
                    <a:cubicBezTo>
                      <a:pt x="1047" y="4836"/>
                      <a:pt x="2283" y="3561"/>
                      <a:pt x="2275" y="3477"/>
                    </a:cubicBezTo>
                    <a:cubicBezTo>
                      <a:pt x="2267" y="3405"/>
                      <a:pt x="2864" y="1835"/>
                      <a:pt x="3310" y="693"/>
                    </a:cubicBezTo>
                    <a:cubicBezTo>
                      <a:pt x="3517" y="169"/>
                      <a:pt x="3471" y="0"/>
                      <a:pt x="3333" y="0"/>
                    </a:cubicBezTo>
                    <a:close/>
                  </a:path>
                </a:pathLst>
              </a:custGeom>
              <a:solidFill>
                <a:srgbClr val="C1635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32"/>
              <p:cNvSpPr/>
              <p:nvPr/>
            </p:nvSpPr>
            <p:spPr>
              <a:xfrm>
                <a:off x="2946257" y="1927979"/>
                <a:ext cx="443876" cy="635674"/>
              </a:xfrm>
              <a:custGeom>
                <a:avLst/>
                <a:gdLst/>
                <a:ahLst/>
                <a:cxnLst/>
                <a:rect l="l" t="t" r="r" b="b"/>
                <a:pathLst>
                  <a:path w="3402" h="4872" extrusionOk="0">
                    <a:moveTo>
                      <a:pt x="3208" y="1"/>
                    </a:moveTo>
                    <a:cubicBezTo>
                      <a:pt x="3087" y="1"/>
                      <a:pt x="2894" y="111"/>
                      <a:pt x="2627" y="356"/>
                    </a:cubicBezTo>
                    <a:cubicBezTo>
                      <a:pt x="1967" y="953"/>
                      <a:pt x="522" y="2952"/>
                      <a:pt x="192" y="4013"/>
                    </a:cubicBezTo>
                    <a:cubicBezTo>
                      <a:pt x="1" y="4624"/>
                      <a:pt x="110" y="4871"/>
                      <a:pt x="377" y="4871"/>
                    </a:cubicBezTo>
                    <a:cubicBezTo>
                      <a:pt x="558" y="4871"/>
                      <a:pt x="812" y="4757"/>
                      <a:pt x="1093" y="4566"/>
                    </a:cubicBezTo>
                    <a:cubicBezTo>
                      <a:pt x="1664" y="4183"/>
                      <a:pt x="2181" y="3496"/>
                      <a:pt x="2181" y="3496"/>
                    </a:cubicBezTo>
                    <a:cubicBezTo>
                      <a:pt x="2226" y="3335"/>
                      <a:pt x="3038" y="1266"/>
                      <a:pt x="3270" y="614"/>
                    </a:cubicBezTo>
                    <a:cubicBezTo>
                      <a:pt x="3401" y="230"/>
                      <a:pt x="3381" y="1"/>
                      <a:pt x="32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32"/>
              <p:cNvSpPr/>
              <p:nvPr/>
            </p:nvSpPr>
            <p:spPr>
              <a:xfrm>
                <a:off x="3230817" y="2104638"/>
                <a:ext cx="106076" cy="279477"/>
              </a:xfrm>
              <a:custGeom>
                <a:avLst/>
                <a:gdLst/>
                <a:ahLst/>
                <a:cxnLst/>
                <a:rect l="l" t="t" r="r" b="b"/>
                <a:pathLst>
                  <a:path w="813" h="2142" extrusionOk="0">
                    <a:moveTo>
                      <a:pt x="812" y="1"/>
                    </a:moveTo>
                    <a:lnTo>
                      <a:pt x="812" y="1"/>
                    </a:lnTo>
                    <a:cubicBezTo>
                      <a:pt x="732" y="170"/>
                      <a:pt x="660" y="349"/>
                      <a:pt x="589" y="527"/>
                    </a:cubicBezTo>
                    <a:cubicBezTo>
                      <a:pt x="518" y="706"/>
                      <a:pt x="446" y="884"/>
                      <a:pt x="375" y="1062"/>
                    </a:cubicBezTo>
                    <a:cubicBezTo>
                      <a:pt x="313" y="1241"/>
                      <a:pt x="241" y="1419"/>
                      <a:pt x="179" y="1598"/>
                    </a:cubicBezTo>
                    <a:cubicBezTo>
                      <a:pt x="116" y="1785"/>
                      <a:pt x="54" y="1963"/>
                      <a:pt x="0" y="2142"/>
                    </a:cubicBezTo>
                    <a:cubicBezTo>
                      <a:pt x="72" y="1972"/>
                      <a:pt x="152" y="1794"/>
                      <a:pt x="223" y="1615"/>
                    </a:cubicBezTo>
                    <a:cubicBezTo>
                      <a:pt x="295" y="1446"/>
                      <a:pt x="366" y="1268"/>
                      <a:pt x="429" y="1080"/>
                    </a:cubicBezTo>
                    <a:cubicBezTo>
                      <a:pt x="500" y="902"/>
                      <a:pt x="562" y="723"/>
                      <a:pt x="634" y="545"/>
                    </a:cubicBezTo>
                    <a:cubicBezTo>
                      <a:pt x="696" y="367"/>
                      <a:pt x="759" y="179"/>
                      <a:pt x="8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2"/>
              <p:cNvSpPr/>
              <p:nvPr/>
            </p:nvSpPr>
            <p:spPr>
              <a:xfrm>
                <a:off x="3313406" y="2122122"/>
                <a:ext cx="29226" cy="4201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322" extrusionOk="0">
                    <a:moveTo>
                      <a:pt x="224" y="1"/>
                    </a:moveTo>
                    <a:cubicBezTo>
                      <a:pt x="179" y="54"/>
                      <a:pt x="143" y="99"/>
                      <a:pt x="108" y="152"/>
                    </a:cubicBezTo>
                    <a:cubicBezTo>
                      <a:pt x="72" y="206"/>
                      <a:pt x="36" y="259"/>
                      <a:pt x="1" y="322"/>
                    </a:cubicBezTo>
                    <a:cubicBezTo>
                      <a:pt x="27" y="304"/>
                      <a:pt x="54" y="277"/>
                      <a:pt x="72" y="259"/>
                    </a:cubicBezTo>
                    <a:cubicBezTo>
                      <a:pt x="99" y="233"/>
                      <a:pt x="117" y="206"/>
                      <a:pt x="135" y="179"/>
                    </a:cubicBezTo>
                    <a:cubicBezTo>
                      <a:pt x="179" y="125"/>
                      <a:pt x="206" y="63"/>
                      <a:pt x="2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32"/>
              <p:cNvSpPr/>
              <p:nvPr/>
            </p:nvSpPr>
            <p:spPr>
              <a:xfrm>
                <a:off x="2945083" y="2382544"/>
                <a:ext cx="539123" cy="271779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2083" extrusionOk="0">
                    <a:moveTo>
                      <a:pt x="2019" y="1"/>
                    </a:moveTo>
                    <a:cubicBezTo>
                      <a:pt x="1174" y="1"/>
                      <a:pt x="0" y="991"/>
                      <a:pt x="174" y="1252"/>
                    </a:cubicBezTo>
                    <a:cubicBezTo>
                      <a:pt x="451" y="1635"/>
                      <a:pt x="1191" y="1716"/>
                      <a:pt x="3038" y="2081"/>
                    </a:cubicBezTo>
                    <a:cubicBezTo>
                      <a:pt x="3041" y="2082"/>
                      <a:pt x="3045" y="2082"/>
                      <a:pt x="3048" y="2082"/>
                    </a:cubicBezTo>
                    <a:cubicBezTo>
                      <a:pt x="3318" y="2082"/>
                      <a:pt x="4132" y="421"/>
                      <a:pt x="3867" y="351"/>
                    </a:cubicBezTo>
                    <a:cubicBezTo>
                      <a:pt x="3520" y="270"/>
                      <a:pt x="2181" y="12"/>
                      <a:pt x="2083" y="3"/>
                    </a:cubicBezTo>
                    <a:cubicBezTo>
                      <a:pt x="2062" y="2"/>
                      <a:pt x="2040" y="1"/>
                      <a:pt x="2019" y="1"/>
                    </a:cubicBezTo>
                    <a:close/>
                  </a:path>
                </a:pathLst>
              </a:custGeom>
              <a:solidFill>
                <a:srgbClr val="7B40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32"/>
              <p:cNvSpPr/>
              <p:nvPr/>
            </p:nvSpPr>
            <p:spPr>
              <a:xfrm>
                <a:off x="3227294" y="2416597"/>
                <a:ext cx="548386" cy="415563"/>
              </a:xfrm>
              <a:custGeom>
                <a:avLst/>
                <a:gdLst/>
                <a:ahLst/>
                <a:cxnLst/>
                <a:rect l="l" t="t" r="r" b="b"/>
                <a:pathLst>
                  <a:path w="4203" h="3185" extrusionOk="0">
                    <a:moveTo>
                      <a:pt x="1330" y="1"/>
                    </a:moveTo>
                    <a:cubicBezTo>
                      <a:pt x="1330" y="1"/>
                      <a:pt x="1" y="1374"/>
                      <a:pt x="63" y="1437"/>
                    </a:cubicBezTo>
                    <a:cubicBezTo>
                      <a:pt x="314" y="1688"/>
                      <a:pt x="690" y="1985"/>
                      <a:pt x="1418" y="1985"/>
                    </a:cubicBezTo>
                    <a:cubicBezTo>
                      <a:pt x="1467" y="1985"/>
                      <a:pt x="1518" y="1984"/>
                      <a:pt x="1571" y="1981"/>
                    </a:cubicBezTo>
                    <a:cubicBezTo>
                      <a:pt x="1571" y="1981"/>
                      <a:pt x="1962" y="3064"/>
                      <a:pt x="2303" y="3064"/>
                    </a:cubicBezTo>
                    <a:cubicBezTo>
                      <a:pt x="2315" y="3064"/>
                      <a:pt x="2326" y="3063"/>
                      <a:pt x="2338" y="3060"/>
                    </a:cubicBezTo>
                    <a:cubicBezTo>
                      <a:pt x="2484" y="3032"/>
                      <a:pt x="2466" y="2798"/>
                      <a:pt x="2402" y="2552"/>
                    </a:cubicBezTo>
                    <a:lnTo>
                      <a:pt x="2402" y="2552"/>
                    </a:lnTo>
                    <a:cubicBezTo>
                      <a:pt x="2531" y="2860"/>
                      <a:pt x="2699" y="3169"/>
                      <a:pt x="2854" y="3169"/>
                    </a:cubicBezTo>
                    <a:cubicBezTo>
                      <a:pt x="2860" y="3169"/>
                      <a:pt x="2867" y="3169"/>
                      <a:pt x="2873" y="3168"/>
                    </a:cubicBezTo>
                    <a:cubicBezTo>
                      <a:pt x="3026" y="3141"/>
                      <a:pt x="3045" y="2957"/>
                      <a:pt x="3009" y="2736"/>
                    </a:cubicBezTo>
                    <a:lnTo>
                      <a:pt x="3009" y="2736"/>
                    </a:lnTo>
                    <a:cubicBezTo>
                      <a:pt x="3119" y="2981"/>
                      <a:pt x="3253" y="3184"/>
                      <a:pt x="3396" y="3184"/>
                    </a:cubicBezTo>
                    <a:cubicBezTo>
                      <a:pt x="3412" y="3184"/>
                      <a:pt x="3428" y="3182"/>
                      <a:pt x="3444" y="3176"/>
                    </a:cubicBezTo>
                    <a:cubicBezTo>
                      <a:pt x="3613" y="3116"/>
                      <a:pt x="3590" y="2847"/>
                      <a:pt x="3514" y="2569"/>
                    </a:cubicBezTo>
                    <a:lnTo>
                      <a:pt x="3514" y="2569"/>
                    </a:lnTo>
                    <a:cubicBezTo>
                      <a:pt x="3614" y="2771"/>
                      <a:pt x="3729" y="2940"/>
                      <a:pt x="3839" y="2940"/>
                    </a:cubicBezTo>
                    <a:cubicBezTo>
                      <a:pt x="3856" y="2940"/>
                      <a:pt x="3873" y="2936"/>
                      <a:pt x="3890" y="2927"/>
                    </a:cubicBezTo>
                    <a:cubicBezTo>
                      <a:pt x="4202" y="2748"/>
                      <a:pt x="3801" y="1589"/>
                      <a:pt x="3515" y="1196"/>
                    </a:cubicBezTo>
                    <a:cubicBezTo>
                      <a:pt x="3257" y="821"/>
                      <a:pt x="2909" y="518"/>
                      <a:pt x="2507" y="313"/>
                    </a:cubicBezTo>
                    <a:cubicBezTo>
                      <a:pt x="2115" y="125"/>
                      <a:pt x="1330" y="1"/>
                      <a:pt x="1330" y="1"/>
                    </a:cubicBezTo>
                    <a:close/>
                  </a:path>
                </a:pathLst>
              </a:custGeom>
              <a:solidFill>
                <a:srgbClr val="7B40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32"/>
              <p:cNvSpPr/>
              <p:nvPr/>
            </p:nvSpPr>
            <p:spPr>
              <a:xfrm>
                <a:off x="3628105" y="2606955"/>
                <a:ext cx="64846" cy="18684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1432" extrusionOk="0">
                    <a:moveTo>
                      <a:pt x="4" y="1"/>
                    </a:moveTo>
                    <a:cubicBezTo>
                      <a:pt x="2" y="1"/>
                      <a:pt x="0" y="5"/>
                      <a:pt x="6" y="5"/>
                    </a:cubicBezTo>
                    <a:cubicBezTo>
                      <a:pt x="6" y="2"/>
                      <a:pt x="5" y="1"/>
                      <a:pt x="4" y="1"/>
                    </a:cubicBezTo>
                    <a:close/>
                    <a:moveTo>
                      <a:pt x="6" y="5"/>
                    </a:moveTo>
                    <a:lnTo>
                      <a:pt x="6" y="5"/>
                    </a:lnTo>
                    <a:cubicBezTo>
                      <a:pt x="60" y="147"/>
                      <a:pt x="113" y="290"/>
                      <a:pt x="176" y="433"/>
                    </a:cubicBezTo>
                    <a:cubicBezTo>
                      <a:pt x="229" y="567"/>
                      <a:pt x="435" y="1075"/>
                      <a:pt x="497" y="1432"/>
                    </a:cubicBezTo>
                    <a:cubicBezTo>
                      <a:pt x="479" y="1227"/>
                      <a:pt x="435" y="1031"/>
                      <a:pt x="372" y="843"/>
                    </a:cubicBezTo>
                    <a:cubicBezTo>
                      <a:pt x="327" y="700"/>
                      <a:pt x="274" y="558"/>
                      <a:pt x="212" y="415"/>
                    </a:cubicBezTo>
                    <a:cubicBezTo>
                      <a:pt x="149" y="272"/>
                      <a:pt x="78" y="138"/>
                      <a:pt x="6" y="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32"/>
              <p:cNvSpPr/>
              <p:nvPr/>
            </p:nvSpPr>
            <p:spPr>
              <a:xfrm>
                <a:off x="3561303" y="2633050"/>
                <a:ext cx="58975" cy="141565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08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81" y="179"/>
                      <a:pt x="153" y="367"/>
                      <a:pt x="224" y="545"/>
                    </a:cubicBezTo>
                    <a:cubicBezTo>
                      <a:pt x="286" y="732"/>
                      <a:pt x="376" y="893"/>
                      <a:pt x="438" y="1071"/>
                    </a:cubicBezTo>
                    <a:cubicBezTo>
                      <a:pt x="442" y="1080"/>
                      <a:pt x="447" y="1085"/>
                      <a:pt x="449" y="1085"/>
                    </a:cubicBezTo>
                    <a:cubicBezTo>
                      <a:pt x="451" y="1085"/>
                      <a:pt x="451" y="1080"/>
                      <a:pt x="447" y="1071"/>
                    </a:cubicBezTo>
                    <a:cubicBezTo>
                      <a:pt x="385" y="893"/>
                      <a:pt x="331" y="715"/>
                      <a:pt x="260" y="536"/>
                    </a:cubicBezTo>
                    <a:cubicBezTo>
                      <a:pt x="179" y="358"/>
                      <a:pt x="90" y="179"/>
                      <a:pt x="10" y="10"/>
                    </a:cubicBezTo>
                    <a:cubicBezTo>
                      <a:pt x="10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32"/>
              <p:cNvSpPr/>
              <p:nvPr/>
            </p:nvSpPr>
            <p:spPr>
              <a:xfrm>
                <a:off x="3499720" y="2645967"/>
                <a:ext cx="43187" cy="110773"/>
              </a:xfrm>
              <a:custGeom>
                <a:avLst/>
                <a:gdLst/>
                <a:ahLst/>
                <a:cxnLst/>
                <a:rect l="l" t="t" r="r" b="b"/>
                <a:pathLst>
                  <a:path w="331" h="849" extrusionOk="0">
                    <a:moveTo>
                      <a:pt x="9" y="0"/>
                    </a:moveTo>
                    <a:cubicBezTo>
                      <a:pt x="9" y="0"/>
                      <a:pt x="0" y="0"/>
                      <a:pt x="0" y="9"/>
                    </a:cubicBezTo>
                    <a:cubicBezTo>
                      <a:pt x="134" y="339"/>
                      <a:pt x="214" y="553"/>
                      <a:pt x="312" y="839"/>
                    </a:cubicBezTo>
                    <a:cubicBezTo>
                      <a:pt x="317" y="844"/>
                      <a:pt x="323" y="849"/>
                      <a:pt x="326" y="849"/>
                    </a:cubicBezTo>
                    <a:cubicBezTo>
                      <a:pt x="329" y="849"/>
                      <a:pt x="330" y="846"/>
                      <a:pt x="330" y="839"/>
                    </a:cubicBezTo>
                    <a:cubicBezTo>
                      <a:pt x="250" y="553"/>
                      <a:pt x="143" y="268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32"/>
              <p:cNvSpPr/>
              <p:nvPr/>
            </p:nvSpPr>
            <p:spPr>
              <a:xfrm>
                <a:off x="2946648" y="2381630"/>
                <a:ext cx="475190" cy="271388"/>
              </a:xfrm>
              <a:custGeom>
                <a:avLst/>
                <a:gdLst/>
                <a:ahLst/>
                <a:cxnLst/>
                <a:rect l="l" t="t" r="r" b="b"/>
                <a:pathLst>
                  <a:path w="3642" h="2080" extrusionOk="0">
                    <a:moveTo>
                      <a:pt x="2003" y="0"/>
                    </a:moveTo>
                    <a:cubicBezTo>
                      <a:pt x="1098" y="0"/>
                      <a:pt x="1" y="1015"/>
                      <a:pt x="144" y="1277"/>
                    </a:cubicBezTo>
                    <a:cubicBezTo>
                      <a:pt x="385" y="1696"/>
                      <a:pt x="2027" y="2080"/>
                      <a:pt x="2027" y="2080"/>
                    </a:cubicBezTo>
                    <a:lnTo>
                      <a:pt x="3641" y="269"/>
                    </a:lnTo>
                    <a:lnTo>
                      <a:pt x="2152" y="10"/>
                    </a:lnTo>
                    <a:cubicBezTo>
                      <a:pt x="2103" y="3"/>
                      <a:pt x="2053" y="0"/>
                      <a:pt x="20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32"/>
              <p:cNvSpPr/>
              <p:nvPr/>
            </p:nvSpPr>
            <p:spPr>
              <a:xfrm>
                <a:off x="3081817" y="2381891"/>
                <a:ext cx="146784" cy="40708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312" extrusionOk="0">
                    <a:moveTo>
                      <a:pt x="959" y="1"/>
                    </a:moveTo>
                    <a:cubicBezTo>
                      <a:pt x="620" y="1"/>
                      <a:pt x="288" y="101"/>
                      <a:pt x="9" y="302"/>
                    </a:cubicBezTo>
                    <a:cubicBezTo>
                      <a:pt x="0" y="311"/>
                      <a:pt x="9" y="311"/>
                      <a:pt x="9" y="311"/>
                    </a:cubicBezTo>
                    <a:cubicBezTo>
                      <a:pt x="158" y="224"/>
                      <a:pt x="692" y="17"/>
                      <a:pt x="1091" y="17"/>
                    </a:cubicBezTo>
                    <a:cubicBezTo>
                      <a:pt x="1099" y="17"/>
                      <a:pt x="1107" y="17"/>
                      <a:pt x="1116" y="17"/>
                    </a:cubicBezTo>
                    <a:cubicBezTo>
                      <a:pt x="1124" y="17"/>
                      <a:pt x="1124" y="8"/>
                      <a:pt x="1116" y="8"/>
                    </a:cubicBezTo>
                    <a:cubicBezTo>
                      <a:pt x="1063" y="3"/>
                      <a:pt x="1011" y="1"/>
                      <a:pt x="9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32"/>
              <p:cNvSpPr/>
              <p:nvPr/>
            </p:nvSpPr>
            <p:spPr>
              <a:xfrm>
                <a:off x="3152794" y="2414248"/>
                <a:ext cx="181752" cy="199757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1531" extrusionOk="0">
                    <a:moveTo>
                      <a:pt x="1383" y="1"/>
                    </a:moveTo>
                    <a:cubicBezTo>
                      <a:pt x="1276" y="108"/>
                      <a:pt x="1178" y="224"/>
                      <a:pt x="1071" y="331"/>
                    </a:cubicBezTo>
                    <a:cubicBezTo>
                      <a:pt x="884" y="527"/>
                      <a:pt x="714" y="723"/>
                      <a:pt x="527" y="920"/>
                    </a:cubicBezTo>
                    <a:cubicBezTo>
                      <a:pt x="349" y="1116"/>
                      <a:pt x="170" y="1312"/>
                      <a:pt x="1" y="1526"/>
                    </a:cubicBezTo>
                    <a:cubicBezTo>
                      <a:pt x="1" y="1526"/>
                      <a:pt x="5" y="1530"/>
                      <a:pt x="10" y="1530"/>
                    </a:cubicBezTo>
                    <a:cubicBezTo>
                      <a:pt x="13" y="1530"/>
                      <a:pt x="15" y="1529"/>
                      <a:pt x="18" y="1526"/>
                    </a:cubicBezTo>
                    <a:cubicBezTo>
                      <a:pt x="126" y="1428"/>
                      <a:pt x="233" y="1312"/>
                      <a:pt x="331" y="1205"/>
                    </a:cubicBezTo>
                    <a:cubicBezTo>
                      <a:pt x="509" y="1009"/>
                      <a:pt x="696" y="804"/>
                      <a:pt x="875" y="607"/>
                    </a:cubicBezTo>
                    <a:cubicBezTo>
                      <a:pt x="1044" y="420"/>
                      <a:pt x="1223" y="215"/>
                      <a:pt x="1392" y="10"/>
                    </a:cubicBezTo>
                    <a:cubicBezTo>
                      <a:pt x="1392" y="10"/>
                      <a:pt x="1392" y="1"/>
                      <a:pt x="13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32"/>
              <p:cNvSpPr/>
              <p:nvPr/>
            </p:nvSpPr>
            <p:spPr>
              <a:xfrm>
                <a:off x="3210985" y="2381630"/>
                <a:ext cx="213196" cy="40186"/>
              </a:xfrm>
              <a:custGeom>
                <a:avLst/>
                <a:gdLst/>
                <a:ahLst/>
                <a:cxnLst/>
                <a:rect l="l" t="t" r="r" b="b"/>
                <a:pathLst>
                  <a:path w="1634" h="308" extrusionOk="0">
                    <a:moveTo>
                      <a:pt x="1" y="1"/>
                    </a:moveTo>
                    <a:cubicBezTo>
                      <a:pt x="1" y="1"/>
                      <a:pt x="19" y="19"/>
                      <a:pt x="27" y="19"/>
                    </a:cubicBezTo>
                    <a:cubicBezTo>
                      <a:pt x="30" y="19"/>
                      <a:pt x="34" y="19"/>
                      <a:pt x="37" y="19"/>
                    </a:cubicBezTo>
                    <a:cubicBezTo>
                      <a:pt x="249" y="19"/>
                      <a:pt x="1492" y="269"/>
                      <a:pt x="1598" y="277"/>
                    </a:cubicBezTo>
                    <a:cubicBezTo>
                      <a:pt x="1589" y="286"/>
                      <a:pt x="1589" y="286"/>
                      <a:pt x="1589" y="295"/>
                    </a:cubicBezTo>
                    <a:cubicBezTo>
                      <a:pt x="1589" y="302"/>
                      <a:pt x="1589" y="308"/>
                      <a:pt x="1592" y="308"/>
                    </a:cubicBezTo>
                    <a:cubicBezTo>
                      <a:pt x="1593" y="308"/>
                      <a:pt x="1595" y="307"/>
                      <a:pt x="1598" y="304"/>
                    </a:cubicBezTo>
                    <a:cubicBezTo>
                      <a:pt x="1606" y="295"/>
                      <a:pt x="1615" y="286"/>
                      <a:pt x="1633" y="277"/>
                    </a:cubicBezTo>
                    <a:cubicBezTo>
                      <a:pt x="1633" y="269"/>
                      <a:pt x="1633" y="260"/>
                      <a:pt x="1633" y="251"/>
                    </a:cubicBezTo>
                    <a:lnTo>
                      <a:pt x="1624" y="251"/>
                    </a:lnTo>
                    <a:cubicBezTo>
                      <a:pt x="1526" y="215"/>
                      <a:pt x="1419" y="197"/>
                      <a:pt x="1321" y="179"/>
                    </a:cubicBezTo>
                    <a:cubicBezTo>
                      <a:pt x="1223" y="162"/>
                      <a:pt x="1116" y="144"/>
                      <a:pt x="1018" y="126"/>
                    </a:cubicBezTo>
                    <a:cubicBezTo>
                      <a:pt x="812" y="90"/>
                      <a:pt x="384" y="1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32"/>
              <p:cNvSpPr/>
              <p:nvPr/>
            </p:nvSpPr>
            <p:spPr>
              <a:xfrm>
                <a:off x="3102823" y="2621438"/>
                <a:ext cx="126952" cy="33924"/>
              </a:xfrm>
              <a:custGeom>
                <a:avLst/>
                <a:gdLst/>
                <a:ahLst/>
                <a:cxnLst/>
                <a:rect l="l" t="t" r="r" b="b"/>
                <a:pathLst>
                  <a:path w="973" h="260" extrusionOk="0">
                    <a:moveTo>
                      <a:pt x="0" y="1"/>
                    </a:moveTo>
                    <a:cubicBezTo>
                      <a:pt x="134" y="63"/>
                      <a:pt x="268" y="117"/>
                      <a:pt x="401" y="161"/>
                    </a:cubicBezTo>
                    <a:cubicBezTo>
                      <a:pt x="544" y="206"/>
                      <a:pt x="687" y="233"/>
                      <a:pt x="830" y="259"/>
                    </a:cubicBezTo>
                    <a:lnTo>
                      <a:pt x="839" y="259"/>
                    </a:lnTo>
                    <a:lnTo>
                      <a:pt x="848" y="250"/>
                    </a:lnTo>
                    <a:cubicBezTo>
                      <a:pt x="892" y="197"/>
                      <a:pt x="928" y="134"/>
                      <a:pt x="972" y="81"/>
                    </a:cubicBezTo>
                    <a:lnTo>
                      <a:pt x="972" y="81"/>
                    </a:lnTo>
                    <a:cubicBezTo>
                      <a:pt x="923" y="122"/>
                      <a:pt x="874" y="171"/>
                      <a:pt x="831" y="213"/>
                    </a:cubicBezTo>
                    <a:lnTo>
                      <a:pt x="831" y="213"/>
                    </a:lnTo>
                    <a:cubicBezTo>
                      <a:pt x="549" y="151"/>
                      <a:pt x="283" y="63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32"/>
              <p:cNvSpPr/>
              <p:nvPr/>
            </p:nvSpPr>
            <p:spPr>
              <a:xfrm>
                <a:off x="3383208" y="1793593"/>
                <a:ext cx="160876" cy="210195"/>
              </a:xfrm>
              <a:custGeom>
                <a:avLst/>
                <a:gdLst/>
                <a:ahLst/>
                <a:cxnLst/>
                <a:rect l="l" t="t" r="r" b="b"/>
                <a:pathLst>
                  <a:path w="1233" h="1611" extrusionOk="0">
                    <a:moveTo>
                      <a:pt x="246" y="1"/>
                    </a:moveTo>
                    <a:cubicBezTo>
                      <a:pt x="243" y="1"/>
                      <a:pt x="242" y="1"/>
                      <a:pt x="242" y="3"/>
                    </a:cubicBezTo>
                    <a:cubicBezTo>
                      <a:pt x="215" y="163"/>
                      <a:pt x="170" y="342"/>
                      <a:pt x="135" y="502"/>
                    </a:cubicBezTo>
                    <a:cubicBezTo>
                      <a:pt x="63" y="770"/>
                      <a:pt x="1" y="975"/>
                      <a:pt x="1" y="1002"/>
                    </a:cubicBezTo>
                    <a:cubicBezTo>
                      <a:pt x="121" y="1310"/>
                      <a:pt x="512" y="1610"/>
                      <a:pt x="732" y="1610"/>
                    </a:cubicBezTo>
                    <a:cubicBezTo>
                      <a:pt x="742" y="1610"/>
                      <a:pt x="751" y="1610"/>
                      <a:pt x="759" y="1609"/>
                    </a:cubicBezTo>
                    <a:cubicBezTo>
                      <a:pt x="1000" y="1582"/>
                      <a:pt x="1036" y="1252"/>
                      <a:pt x="1036" y="1118"/>
                    </a:cubicBezTo>
                    <a:cubicBezTo>
                      <a:pt x="1036" y="1109"/>
                      <a:pt x="1036" y="1109"/>
                      <a:pt x="1036" y="1100"/>
                    </a:cubicBezTo>
                    <a:cubicBezTo>
                      <a:pt x="1027" y="1082"/>
                      <a:pt x="1036" y="1056"/>
                      <a:pt x="1036" y="1038"/>
                    </a:cubicBezTo>
                    <a:cubicBezTo>
                      <a:pt x="1080" y="824"/>
                      <a:pt x="1143" y="618"/>
                      <a:pt x="1232" y="413"/>
                    </a:cubicBezTo>
                    <a:cubicBezTo>
                      <a:pt x="1232" y="413"/>
                      <a:pt x="317" y="1"/>
                      <a:pt x="246" y="1"/>
                    </a:cubicBezTo>
                    <a:close/>
                  </a:path>
                </a:pathLst>
              </a:custGeom>
              <a:solidFill>
                <a:srgbClr val="7B40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32"/>
              <p:cNvSpPr/>
              <p:nvPr/>
            </p:nvSpPr>
            <p:spPr>
              <a:xfrm>
                <a:off x="3419349" y="1795028"/>
                <a:ext cx="125908" cy="144436"/>
              </a:xfrm>
              <a:custGeom>
                <a:avLst/>
                <a:gdLst/>
                <a:ahLst/>
                <a:cxnLst/>
                <a:rect l="l" t="t" r="r" b="b"/>
                <a:pathLst>
                  <a:path w="965" h="1107" extrusionOk="0">
                    <a:moveTo>
                      <a:pt x="1" y="1"/>
                    </a:moveTo>
                    <a:cubicBezTo>
                      <a:pt x="1" y="197"/>
                      <a:pt x="45" y="982"/>
                      <a:pt x="652" y="1089"/>
                    </a:cubicBezTo>
                    <a:cubicBezTo>
                      <a:pt x="687" y="1098"/>
                      <a:pt x="723" y="1107"/>
                      <a:pt x="759" y="1107"/>
                    </a:cubicBezTo>
                    <a:lnTo>
                      <a:pt x="759" y="1089"/>
                    </a:lnTo>
                    <a:cubicBezTo>
                      <a:pt x="759" y="1071"/>
                      <a:pt x="759" y="1045"/>
                      <a:pt x="759" y="1027"/>
                    </a:cubicBezTo>
                    <a:cubicBezTo>
                      <a:pt x="803" y="813"/>
                      <a:pt x="866" y="607"/>
                      <a:pt x="964" y="402"/>
                    </a:cubicBezTo>
                    <a:cubicBezTo>
                      <a:pt x="964" y="402"/>
                      <a:pt x="179" y="54"/>
                      <a:pt x="1" y="1"/>
                    </a:cubicBezTo>
                    <a:close/>
                  </a:path>
                </a:pathLst>
              </a:custGeom>
              <a:solidFill>
                <a:srgbClr val="1A2E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32"/>
              <p:cNvSpPr/>
              <p:nvPr/>
            </p:nvSpPr>
            <p:spPr>
              <a:xfrm>
                <a:off x="3394951" y="1557700"/>
                <a:ext cx="253774" cy="334146"/>
              </a:xfrm>
              <a:custGeom>
                <a:avLst/>
                <a:gdLst/>
                <a:ahLst/>
                <a:cxnLst/>
                <a:rect l="l" t="t" r="r" b="b"/>
                <a:pathLst>
                  <a:path w="1945" h="2561" extrusionOk="0">
                    <a:moveTo>
                      <a:pt x="993" y="0"/>
                    </a:moveTo>
                    <a:cubicBezTo>
                      <a:pt x="653" y="0"/>
                      <a:pt x="303" y="173"/>
                      <a:pt x="161" y="491"/>
                    </a:cubicBezTo>
                    <a:cubicBezTo>
                      <a:pt x="0" y="847"/>
                      <a:pt x="63" y="1936"/>
                      <a:pt x="295" y="2212"/>
                    </a:cubicBezTo>
                    <a:cubicBezTo>
                      <a:pt x="483" y="2431"/>
                      <a:pt x="758" y="2561"/>
                      <a:pt x="1024" y="2561"/>
                    </a:cubicBezTo>
                    <a:cubicBezTo>
                      <a:pt x="1236" y="2561"/>
                      <a:pt x="1443" y="2478"/>
                      <a:pt x="1597" y="2293"/>
                    </a:cubicBezTo>
                    <a:cubicBezTo>
                      <a:pt x="1945" y="1882"/>
                      <a:pt x="1838" y="464"/>
                      <a:pt x="1570" y="214"/>
                    </a:cubicBezTo>
                    <a:cubicBezTo>
                      <a:pt x="1418" y="69"/>
                      <a:pt x="1208" y="0"/>
                      <a:pt x="993" y="0"/>
                    </a:cubicBezTo>
                    <a:close/>
                  </a:path>
                </a:pathLst>
              </a:custGeom>
              <a:solidFill>
                <a:srgbClr val="7B40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32"/>
              <p:cNvSpPr/>
              <p:nvPr/>
            </p:nvSpPr>
            <p:spPr>
              <a:xfrm>
                <a:off x="3369248" y="1510339"/>
                <a:ext cx="300484" cy="234855"/>
              </a:xfrm>
              <a:custGeom>
                <a:avLst/>
                <a:gdLst/>
                <a:ahLst/>
                <a:cxnLst/>
                <a:rect l="l" t="t" r="r" b="b"/>
                <a:pathLst>
                  <a:path w="2303" h="1800" extrusionOk="0">
                    <a:moveTo>
                      <a:pt x="1656" y="0"/>
                    </a:moveTo>
                    <a:cubicBezTo>
                      <a:pt x="1393" y="0"/>
                      <a:pt x="1187" y="211"/>
                      <a:pt x="1187" y="211"/>
                    </a:cubicBezTo>
                    <a:cubicBezTo>
                      <a:pt x="1187" y="211"/>
                      <a:pt x="1027" y="173"/>
                      <a:pt x="854" y="173"/>
                    </a:cubicBezTo>
                    <a:cubicBezTo>
                      <a:pt x="739" y="173"/>
                      <a:pt x="618" y="190"/>
                      <a:pt x="536" y="247"/>
                    </a:cubicBezTo>
                    <a:cubicBezTo>
                      <a:pt x="420" y="318"/>
                      <a:pt x="349" y="443"/>
                      <a:pt x="367" y="577"/>
                    </a:cubicBezTo>
                    <a:cubicBezTo>
                      <a:pt x="367" y="577"/>
                      <a:pt x="135" y="657"/>
                      <a:pt x="90" y="809"/>
                    </a:cubicBezTo>
                    <a:cubicBezTo>
                      <a:pt x="1" y="1148"/>
                      <a:pt x="269" y="1799"/>
                      <a:pt x="269" y="1799"/>
                    </a:cubicBezTo>
                    <a:cubicBezTo>
                      <a:pt x="358" y="1790"/>
                      <a:pt x="429" y="1728"/>
                      <a:pt x="465" y="1648"/>
                    </a:cubicBezTo>
                    <a:cubicBezTo>
                      <a:pt x="545" y="1407"/>
                      <a:pt x="590" y="1157"/>
                      <a:pt x="599" y="898"/>
                    </a:cubicBezTo>
                    <a:cubicBezTo>
                      <a:pt x="599" y="898"/>
                      <a:pt x="1087" y="1092"/>
                      <a:pt x="1476" y="1092"/>
                    </a:cubicBezTo>
                    <a:cubicBezTo>
                      <a:pt x="1552" y="1092"/>
                      <a:pt x="1623" y="1085"/>
                      <a:pt x="1687" y="1068"/>
                    </a:cubicBezTo>
                    <a:cubicBezTo>
                      <a:pt x="2080" y="961"/>
                      <a:pt x="1964" y="729"/>
                      <a:pt x="1964" y="729"/>
                    </a:cubicBezTo>
                    <a:cubicBezTo>
                      <a:pt x="1964" y="729"/>
                      <a:pt x="2303" y="309"/>
                      <a:pt x="1919" y="77"/>
                    </a:cubicBezTo>
                    <a:cubicBezTo>
                      <a:pt x="1829" y="22"/>
                      <a:pt x="1740" y="0"/>
                      <a:pt x="16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32"/>
              <p:cNvSpPr/>
              <p:nvPr/>
            </p:nvSpPr>
            <p:spPr>
              <a:xfrm>
                <a:off x="3408911" y="1525604"/>
                <a:ext cx="124604" cy="68238"/>
              </a:xfrm>
              <a:custGeom>
                <a:avLst/>
                <a:gdLst/>
                <a:ahLst/>
                <a:cxnLst/>
                <a:rect l="l" t="t" r="r" b="b"/>
                <a:pathLst>
                  <a:path w="955" h="523" extrusionOk="0">
                    <a:moveTo>
                      <a:pt x="536" y="1"/>
                    </a:moveTo>
                    <a:cubicBezTo>
                      <a:pt x="491" y="1"/>
                      <a:pt x="446" y="5"/>
                      <a:pt x="402" y="14"/>
                    </a:cubicBezTo>
                    <a:cubicBezTo>
                      <a:pt x="241" y="32"/>
                      <a:pt x="107" y="139"/>
                      <a:pt x="45" y="290"/>
                    </a:cubicBezTo>
                    <a:cubicBezTo>
                      <a:pt x="27" y="371"/>
                      <a:pt x="27" y="451"/>
                      <a:pt x="72" y="522"/>
                    </a:cubicBezTo>
                    <a:cubicBezTo>
                      <a:pt x="0" y="389"/>
                      <a:pt x="72" y="219"/>
                      <a:pt x="188" y="139"/>
                    </a:cubicBezTo>
                    <a:cubicBezTo>
                      <a:pt x="295" y="71"/>
                      <a:pt x="413" y="40"/>
                      <a:pt x="534" y="40"/>
                    </a:cubicBezTo>
                    <a:cubicBezTo>
                      <a:pt x="573" y="40"/>
                      <a:pt x="612" y="43"/>
                      <a:pt x="651" y="50"/>
                    </a:cubicBezTo>
                    <a:cubicBezTo>
                      <a:pt x="750" y="59"/>
                      <a:pt x="848" y="85"/>
                      <a:pt x="946" y="130"/>
                    </a:cubicBezTo>
                    <a:cubicBezTo>
                      <a:pt x="946" y="130"/>
                      <a:pt x="955" y="130"/>
                      <a:pt x="955" y="121"/>
                    </a:cubicBezTo>
                    <a:cubicBezTo>
                      <a:pt x="955" y="121"/>
                      <a:pt x="955" y="112"/>
                      <a:pt x="946" y="112"/>
                    </a:cubicBezTo>
                    <a:cubicBezTo>
                      <a:pt x="866" y="59"/>
                      <a:pt x="767" y="32"/>
                      <a:pt x="669" y="14"/>
                    </a:cubicBezTo>
                    <a:cubicBezTo>
                      <a:pt x="625" y="5"/>
                      <a:pt x="580" y="1"/>
                      <a:pt x="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32"/>
              <p:cNvSpPr/>
              <p:nvPr/>
            </p:nvSpPr>
            <p:spPr>
              <a:xfrm>
                <a:off x="3529989" y="1509425"/>
                <a:ext cx="124604" cy="106468"/>
              </a:xfrm>
              <a:custGeom>
                <a:avLst/>
                <a:gdLst/>
                <a:ahLst/>
                <a:cxnLst/>
                <a:rect l="l" t="t" r="r" b="b"/>
                <a:pathLst>
                  <a:path w="955" h="816" extrusionOk="0">
                    <a:moveTo>
                      <a:pt x="477" y="1"/>
                    </a:moveTo>
                    <a:cubicBezTo>
                      <a:pt x="437" y="1"/>
                      <a:pt x="397" y="5"/>
                      <a:pt x="357" y="13"/>
                    </a:cubicBezTo>
                    <a:cubicBezTo>
                      <a:pt x="223" y="49"/>
                      <a:pt x="98" y="111"/>
                      <a:pt x="0" y="200"/>
                    </a:cubicBezTo>
                    <a:cubicBezTo>
                      <a:pt x="129" y="90"/>
                      <a:pt x="288" y="30"/>
                      <a:pt x="451" y="30"/>
                    </a:cubicBezTo>
                    <a:cubicBezTo>
                      <a:pt x="524" y="30"/>
                      <a:pt x="597" y="42"/>
                      <a:pt x="669" y="67"/>
                    </a:cubicBezTo>
                    <a:cubicBezTo>
                      <a:pt x="776" y="102"/>
                      <a:pt x="865" y="183"/>
                      <a:pt x="901" y="290"/>
                    </a:cubicBezTo>
                    <a:cubicBezTo>
                      <a:pt x="928" y="397"/>
                      <a:pt x="910" y="504"/>
                      <a:pt x="848" y="593"/>
                    </a:cubicBezTo>
                    <a:cubicBezTo>
                      <a:pt x="767" y="691"/>
                      <a:pt x="660" y="771"/>
                      <a:pt x="535" y="807"/>
                    </a:cubicBezTo>
                    <a:lnTo>
                      <a:pt x="535" y="816"/>
                    </a:lnTo>
                    <a:cubicBezTo>
                      <a:pt x="651" y="780"/>
                      <a:pt x="758" y="718"/>
                      <a:pt x="839" y="638"/>
                    </a:cubicBezTo>
                    <a:cubicBezTo>
                      <a:pt x="919" y="557"/>
                      <a:pt x="955" y="441"/>
                      <a:pt x="955" y="325"/>
                    </a:cubicBezTo>
                    <a:cubicBezTo>
                      <a:pt x="928" y="209"/>
                      <a:pt x="848" y="111"/>
                      <a:pt x="740" y="67"/>
                    </a:cubicBezTo>
                    <a:cubicBezTo>
                      <a:pt x="659" y="23"/>
                      <a:pt x="569" y="1"/>
                      <a:pt x="4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32"/>
              <p:cNvSpPr/>
              <p:nvPr/>
            </p:nvSpPr>
            <p:spPr>
              <a:xfrm>
                <a:off x="3424046" y="1616934"/>
                <a:ext cx="177055" cy="45797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35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70" y="108"/>
                      <a:pt x="348" y="197"/>
                      <a:pt x="527" y="260"/>
                    </a:cubicBezTo>
                    <a:cubicBezTo>
                      <a:pt x="679" y="316"/>
                      <a:pt x="845" y="350"/>
                      <a:pt x="1007" y="350"/>
                    </a:cubicBezTo>
                    <a:cubicBezTo>
                      <a:pt x="1025" y="350"/>
                      <a:pt x="1044" y="350"/>
                      <a:pt x="1062" y="349"/>
                    </a:cubicBezTo>
                    <a:cubicBezTo>
                      <a:pt x="1160" y="340"/>
                      <a:pt x="1267" y="322"/>
                      <a:pt x="1356" y="295"/>
                    </a:cubicBezTo>
                    <a:cubicBezTo>
                      <a:pt x="1356" y="295"/>
                      <a:pt x="1347" y="286"/>
                      <a:pt x="1347" y="286"/>
                    </a:cubicBezTo>
                    <a:cubicBezTo>
                      <a:pt x="1258" y="310"/>
                      <a:pt x="1166" y="321"/>
                      <a:pt x="1073" y="321"/>
                    </a:cubicBezTo>
                    <a:cubicBezTo>
                      <a:pt x="989" y="321"/>
                      <a:pt x="905" y="312"/>
                      <a:pt x="821" y="295"/>
                    </a:cubicBezTo>
                    <a:cubicBezTo>
                      <a:pt x="643" y="260"/>
                      <a:pt x="464" y="206"/>
                      <a:pt x="295" y="135"/>
                    </a:cubicBezTo>
                    <a:cubicBezTo>
                      <a:pt x="196" y="90"/>
                      <a:pt x="98" y="45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32"/>
              <p:cNvSpPr/>
              <p:nvPr/>
            </p:nvSpPr>
            <p:spPr>
              <a:xfrm>
                <a:off x="3367030" y="1700828"/>
                <a:ext cx="73457" cy="93290"/>
              </a:xfrm>
              <a:custGeom>
                <a:avLst/>
                <a:gdLst/>
                <a:ahLst/>
                <a:cxnLst/>
                <a:rect l="l" t="t" r="r" b="b"/>
                <a:pathLst>
                  <a:path w="563" h="715" extrusionOk="0">
                    <a:moveTo>
                      <a:pt x="206" y="0"/>
                    </a:moveTo>
                    <a:cubicBezTo>
                      <a:pt x="190" y="0"/>
                      <a:pt x="175" y="3"/>
                      <a:pt x="161" y="9"/>
                    </a:cubicBezTo>
                    <a:cubicBezTo>
                      <a:pt x="0" y="80"/>
                      <a:pt x="125" y="598"/>
                      <a:pt x="303" y="687"/>
                    </a:cubicBezTo>
                    <a:cubicBezTo>
                      <a:pt x="334" y="706"/>
                      <a:pt x="368" y="715"/>
                      <a:pt x="402" y="715"/>
                    </a:cubicBezTo>
                    <a:cubicBezTo>
                      <a:pt x="466" y="715"/>
                      <a:pt x="527" y="683"/>
                      <a:pt x="562" y="625"/>
                    </a:cubicBezTo>
                    <a:cubicBezTo>
                      <a:pt x="562" y="616"/>
                      <a:pt x="562" y="616"/>
                      <a:pt x="562" y="616"/>
                    </a:cubicBezTo>
                    <a:lnTo>
                      <a:pt x="535" y="312"/>
                    </a:lnTo>
                    <a:cubicBezTo>
                      <a:pt x="535" y="312"/>
                      <a:pt x="364" y="0"/>
                      <a:pt x="206" y="0"/>
                    </a:cubicBezTo>
                    <a:close/>
                  </a:path>
                </a:pathLst>
              </a:custGeom>
              <a:solidFill>
                <a:srgbClr val="7B40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32"/>
              <p:cNvSpPr/>
              <p:nvPr/>
            </p:nvSpPr>
            <p:spPr>
              <a:xfrm>
                <a:off x="3393776" y="1721703"/>
                <a:ext cx="36142" cy="59758"/>
              </a:xfrm>
              <a:custGeom>
                <a:avLst/>
                <a:gdLst/>
                <a:ahLst/>
                <a:cxnLst/>
                <a:rect l="l" t="t" r="r" b="b"/>
                <a:pathLst>
                  <a:path w="277" h="45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07" y="72"/>
                      <a:pt x="188" y="188"/>
                      <a:pt x="214" y="322"/>
                    </a:cubicBezTo>
                    <a:cubicBezTo>
                      <a:pt x="196" y="285"/>
                      <a:pt x="160" y="265"/>
                      <a:pt x="123" y="265"/>
                    </a:cubicBezTo>
                    <a:cubicBezTo>
                      <a:pt x="106" y="265"/>
                      <a:pt x="88" y="269"/>
                      <a:pt x="72" y="277"/>
                    </a:cubicBezTo>
                    <a:lnTo>
                      <a:pt x="63" y="277"/>
                    </a:lnTo>
                    <a:cubicBezTo>
                      <a:pt x="63" y="277"/>
                      <a:pt x="63" y="286"/>
                      <a:pt x="63" y="286"/>
                    </a:cubicBezTo>
                    <a:cubicBezTo>
                      <a:pt x="70" y="285"/>
                      <a:pt x="78" y="284"/>
                      <a:pt x="86" y="284"/>
                    </a:cubicBezTo>
                    <a:cubicBezTo>
                      <a:pt x="124" y="284"/>
                      <a:pt x="165" y="303"/>
                      <a:pt x="188" y="340"/>
                    </a:cubicBezTo>
                    <a:cubicBezTo>
                      <a:pt x="205" y="375"/>
                      <a:pt x="223" y="411"/>
                      <a:pt x="232" y="447"/>
                    </a:cubicBezTo>
                    <a:cubicBezTo>
                      <a:pt x="236" y="454"/>
                      <a:pt x="241" y="457"/>
                      <a:pt x="246" y="457"/>
                    </a:cubicBezTo>
                    <a:cubicBezTo>
                      <a:pt x="253" y="457"/>
                      <a:pt x="259" y="452"/>
                      <a:pt x="259" y="447"/>
                    </a:cubicBezTo>
                    <a:cubicBezTo>
                      <a:pt x="277" y="277"/>
                      <a:pt x="170" y="36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32"/>
              <p:cNvSpPr/>
              <p:nvPr/>
            </p:nvSpPr>
            <p:spPr>
              <a:xfrm>
                <a:off x="3361158" y="1889360"/>
                <a:ext cx="172357" cy="188928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1448" extrusionOk="0">
                    <a:moveTo>
                      <a:pt x="232" y="0"/>
                    </a:moveTo>
                    <a:lnTo>
                      <a:pt x="0" y="241"/>
                    </a:lnTo>
                    <a:cubicBezTo>
                      <a:pt x="0" y="241"/>
                      <a:pt x="651" y="1447"/>
                      <a:pt x="686" y="1447"/>
                    </a:cubicBezTo>
                    <a:cubicBezTo>
                      <a:pt x="687" y="1447"/>
                      <a:pt x="687" y="1447"/>
                      <a:pt x="687" y="1446"/>
                    </a:cubicBezTo>
                    <a:lnTo>
                      <a:pt x="964" y="937"/>
                    </a:lnTo>
                    <a:lnTo>
                      <a:pt x="1303" y="1321"/>
                    </a:lnTo>
                    <a:lnTo>
                      <a:pt x="1321" y="402"/>
                    </a:lnTo>
                    <a:lnTo>
                      <a:pt x="1223" y="214"/>
                    </a:lnTo>
                    <a:lnTo>
                      <a:pt x="946" y="812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32"/>
              <p:cNvSpPr/>
              <p:nvPr/>
            </p:nvSpPr>
            <p:spPr>
              <a:xfrm>
                <a:off x="3364681" y="1928893"/>
                <a:ext cx="171183" cy="156179"/>
              </a:xfrm>
              <a:custGeom>
                <a:avLst/>
                <a:gdLst/>
                <a:ahLst/>
                <a:cxnLst/>
                <a:rect l="l" t="t" r="r" b="b"/>
                <a:pathLst>
                  <a:path w="1312" h="1197" extrusionOk="0">
                    <a:moveTo>
                      <a:pt x="9" y="1"/>
                    </a:moveTo>
                    <a:cubicBezTo>
                      <a:pt x="9" y="1"/>
                      <a:pt x="0" y="1"/>
                      <a:pt x="0" y="10"/>
                    </a:cubicBezTo>
                    <a:cubicBezTo>
                      <a:pt x="98" y="215"/>
                      <a:pt x="643" y="1196"/>
                      <a:pt x="651" y="1196"/>
                    </a:cubicBezTo>
                    <a:cubicBezTo>
                      <a:pt x="759" y="1018"/>
                      <a:pt x="857" y="839"/>
                      <a:pt x="937" y="652"/>
                    </a:cubicBezTo>
                    <a:cubicBezTo>
                      <a:pt x="989" y="721"/>
                      <a:pt x="1273" y="1064"/>
                      <a:pt x="1293" y="1064"/>
                    </a:cubicBezTo>
                    <a:cubicBezTo>
                      <a:pt x="1293" y="1064"/>
                      <a:pt x="1294" y="1063"/>
                      <a:pt x="1294" y="1062"/>
                    </a:cubicBezTo>
                    <a:cubicBezTo>
                      <a:pt x="1312" y="893"/>
                      <a:pt x="1312" y="723"/>
                      <a:pt x="1312" y="563"/>
                    </a:cubicBezTo>
                    <a:cubicBezTo>
                      <a:pt x="1312" y="411"/>
                      <a:pt x="1312" y="259"/>
                      <a:pt x="1303" y="108"/>
                    </a:cubicBezTo>
                    <a:cubicBezTo>
                      <a:pt x="1303" y="108"/>
                      <a:pt x="1303" y="99"/>
                      <a:pt x="1294" y="99"/>
                    </a:cubicBezTo>
                    <a:cubicBezTo>
                      <a:pt x="1294" y="99"/>
                      <a:pt x="1294" y="108"/>
                      <a:pt x="1294" y="108"/>
                    </a:cubicBezTo>
                    <a:cubicBezTo>
                      <a:pt x="1258" y="250"/>
                      <a:pt x="1267" y="830"/>
                      <a:pt x="1258" y="964"/>
                    </a:cubicBezTo>
                    <a:cubicBezTo>
                      <a:pt x="1240" y="955"/>
                      <a:pt x="937" y="634"/>
                      <a:pt x="937" y="634"/>
                    </a:cubicBezTo>
                    <a:cubicBezTo>
                      <a:pt x="875" y="714"/>
                      <a:pt x="678" y="1089"/>
                      <a:pt x="660" y="1125"/>
                    </a:cubicBezTo>
                    <a:cubicBezTo>
                      <a:pt x="553" y="920"/>
                      <a:pt x="143" y="19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1" name="Google Shape;1001;p32"/>
            <p:cNvGrpSpPr/>
            <p:nvPr/>
          </p:nvGrpSpPr>
          <p:grpSpPr>
            <a:xfrm>
              <a:off x="3183731" y="597052"/>
              <a:ext cx="479084" cy="348154"/>
              <a:chOff x="2800682" y="1686943"/>
              <a:chExt cx="464724" cy="337719"/>
            </a:xfrm>
          </p:grpSpPr>
          <p:sp>
            <p:nvSpPr>
              <p:cNvPr id="1002" name="Google Shape;1002;p32"/>
              <p:cNvSpPr/>
              <p:nvPr/>
            </p:nvSpPr>
            <p:spPr>
              <a:xfrm>
                <a:off x="2802471" y="1689527"/>
                <a:ext cx="456674" cy="332650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47" extrusionOk="0">
                    <a:moveTo>
                      <a:pt x="2338" y="1"/>
                    </a:moveTo>
                    <a:cubicBezTo>
                      <a:pt x="1089" y="1"/>
                      <a:pt x="81" y="750"/>
                      <a:pt x="81" y="1678"/>
                    </a:cubicBezTo>
                    <a:cubicBezTo>
                      <a:pt x="81" y="1937"/>
                      <a:pt x="161" y="2187"/>
                      <a:pt x="304" y="2401"/>
                    </a:cubicBezTo>
                    <a:lnTo>
                      <a:pt x="1" y="3079"/>
                    </a:lnTo>
                    <a:lnTo>
                      <a:pt x="777" y="2882"/>
                    </a:lnTo>
                    <a:cubicBezTo>
                      <a:pt x="1228" y="3186"/>
                      <a:pt x="1756" y="3347"/>
                      <a:pt x="2294" y="3347"/>
                    </a:cubicBezTo>
                    <a:cubicBezTo>
                      <a:pt x="2309" y="3347"/>
                      <a:pt x="2323" y="3347"/>
                      <a:pt x="2338" y="3346"/>
                    </a:cubicBezTo>
                    <a:cubicBezTo>
                      <a:pt x="3587" y="3346"/>
                      <a:pt x="4595" y="2597"/>
                      <a:pt x="4595" y="1678"/>
                    </a:cubicBezTo>
                    <a:cubicBezTo>
                      <a:pt x="4595" y="750"/>
                      <a:pt x="3587" y="1"/>
                      <a:pt x="23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32"/>
              <p:cNvSpPr/>
              <p:nvPr/>
            </p:nvSpPr>
            <p:spPr>
              <a:xfrm>
                <a:off x="2800682" y="1686943"/>
                <a:ext cx="464724" cy="337719"/>
              </a:xfrm>
              <a:custGeom>
                <a:avLst/>
                <a:gdLst/>
                <a:ahLst/>
                <a:cxnLst/>
                <a:rect l="l" t="t" r="r" b="b"/>
                <a:pathLst>
                  <a:path w="4676" h="3398" extrusionOk="0">
                    <a:moveTo>
                      <a:pt x="2386" y="0"/>
                    </a:moveTo>
                    <a:cubicBezTo>
                      <a:pt x="2308" y="0"/>
                      <a:pt x="2230" y="3"/>
                      <a:pt x="2151" y="9"/>
                    </a:cubicBezTo>
                    <a:cubicBezTo>
                      <a:pt x="1901" y="27"/>
                      <a:pt x="1660" y="72"/>
                      <a:pt x="1428" y="152"/>
                    </a:cubicBezTo>
                    <a:cubicBezTo>
                      <a:pt x="1187" y="232"/>
                      <a:pt x="964" y="339"/>
                      <a:pt x="768" y="491"/>
                    </a:cubicBezTo>
                    <a:cubicBezTo>
                      <a:pt x="563" y="634"/>
                      <a:pt x="393" y="821"/>
                      <a:pt x="268" y="1026"/>
                    </a:cubicBezTo>
                    <a:cubicBezTo>
                      <a:pt x="10" y="1463"/>
                      <a:pt x="36" y="2016"/>
                      <a:pt x="322" y="2427"/>
                    </a:cubicBezTo>
                    <a:cubicBezTo>
                      <a:pt x="188" y="2222"/>
                      <a:pt x="117" y="1990"/>
                      <a:pt x="108" y="1740"/>
                    </a:cubicBezTo>
                    <a:cubicBezTo>
                      <a:pt x="99" y="1499"/>
                      <a:pt x="170" y="1258"/>
                      <a:pt x="295" y="1053"/>
                    </a:cubicBezTo>
                    <a:cubicBezTo>
                      <a:pt x="420" y="839"/>
                      <a:pt x="590" y="660"/>
                      <a:pt x="795" y="527"/>
                    </a:cubicBezTo>
                    <a:cubicBezTo>
                      <a:pt x="991" y="384"/>
                      <a:pt x="1205" y="277"/>
                      <a:pt x="1437" y="196"/>
                    </a:cubicBezTo>
                    <a:cubicBezTo>
                      <a:pt x="1669" y="125"/>
                      <a:pt x="1910" y="80"/>
                      <a:pt x="2151" y="63"/>
                    </a:cubicBezTo>
                    <a:cubicBezTo>
                      <a:pt x="2205" y="61"/>
                      <a:pt x="2259" y="60"/>
                      <a:pt x="2313" y="60"/>
                    </a:cubicBezTo>
                    <a:cubicBezTo>
                      <a:pt x="2500" y="60"/>
                      <a:pt x="2687" y="73"/>
                      <a:pt x="2873" y="107"/>
                    </a:cubicBezTo>
                    <a:cubicBezTo>
                      <a:pt x="3114" y="143"/>
                      <a:pt x="3346" y="223"/>
                      <a:pt x="3560" y="321"/>
                    </a:cubicBezTo>
                    <a:cubicBezTo>
                      <a:pt x="3783" y="428"/>
                      <a:pt x="3980" y="562"/>
                      <a:pt x="4149" y="732"/>
                    </a:cubicBezTo>
                    <a:cubicBezTo>
                      <a:pt x="4328" y="901"/>
                      <a:pt x="4452" y="1106"/>
                      <a:pt x="4524" y="1338"/>
                    </a:cubicBezTo>
                    <a:cubicBezTo>
                      <a:pt x="4604" y="1561"/>
                      <a:pt x="4604" y="1811"/>
                      <a:pt x="4533" y="2034"/>
                    </a:cubicBezTo>
                    <a:cubicBezTo>
                      <a:pt x="4470" y="2266"/>
                      <a:pt x="4345" y="2480"/>
                      <a:pt x="4176" y="2650"/>
                    </a:cubicBezTo>
                    <a:cubicBezTo>
                      <a:pt x="4006" y="2819"/>
                      <a:pt x="3810" y="2962"/>
                      <a:pt x="3587" y="3069"/>
                    </a:cubicBezTo>
                    <a:cubicBezTo>
                      <a:pt x="3373" y="3167"/>
                      <a:pt x="3141" y="3247"/>
                      <a:pt x="2900" y="3292"/>
                    </a:cubicBezTo>
                    <a:cubicBezTo>
                      <a:pt x="2721" y="3325"/>
                      <a:pt x="2543" y="3343"/>
                      <a:pt x="2364" y="3343"/>
                    </a:cubicBezTo>
                    <a:cubicBezTo>
                      <a:pt x="2302" y="3343"/>
                      <a:pt x="2240" y="3341"/>
                      <a:pt x="2178" y="3337"/>
                    </a:cubicBezTo>
                    <a:cubicBezTo>
                      <a:pt x="1687" y="3319"/>
                      <a:pt x="1214" y="3167"/>
                      <a:pt x="813" y="2900"/>
                    </a:cubicBezTo>
                    <a:lnTo>
                      <a:pt x="804" y="2891"/>
                    </a:lnTo>
                    <a:lnTo>
                      <a:pt x="795" y="2891"/>
                    </a:lnTo>
                    <a:lnTo>
                      <a:pt x="37" y="3091"/>
                    </a:lnTo>
                    <a:lnTo>
                      <a:pt x="37" y="3091"/>
                    </a:lnTo>
                    <a:lnTo>
                      <a:pt x="322" y="2427"/>
                    </a:lnTo>
                    <a:lnTo>
                      <a:pt x="10" y="3105"/>
                    </a:lnTo>
                    <a:lnTo>
                      <a:pt x="1" y="3114"/>
                    </a:lnTo>
                    <a:lnTo>
                      <a:pt x="19" y="3114"/>
                    </a:lnTo>
                    <a:lnTo>
                      <a:pt x="27" y="3112"/>
                    </a:lnTo>
                    <a:lnTo>
                      <a:pt x="27" y="3112"/>
                    </a:lnTo>
                    <a:lnTo>
                      <a:pt x="28" y="3114"/>
                    </a:lnTo>
                    <a:lnTo>
                      <a:pt x="29" y="3111"/>
                    </a:lnTo>
                    <a:lnTo>
                      <a:pt x="29" y="3111"/>
                    </a:lnTo>
                    <a:lnTo>
                      <a:pt x="791" y="2929"/>
                    </a:lnTo>
                    <a:lnTo>
                      <a:pt x="791" y="2929"/>
                    </a:lnTo>
                    <a:cubicBezTo>
                      <a:pt x="1200" y="3204"/>
                      <a:pt x="1680" y="3364"/>
                      <a:pt x="2178" y="3390"/>
                    </a:cubicBezTo>
                    <a:cubicBezTo>
                      <a:pt x="2248" y="3395"/>
                      <a:pt x="2318" y="3398"/>
                      <a:pt x="2388" y="3398"/>
                    </a:cubicBezTo>
                    <a:cubicBezTo>
                      <a:pt x="2810" y="3398"/>
                      <a:pt x="3233" y="3306"/>
                      <a:pt x="3623" y="3123"/>
                    </a:cubicBezTo>
                    <a:cubicBezTo>
                      <a:pt x="3846" y="3015"/>
                      <a:pt x="4051" y="2873"/>
                      <a:pt x="4220" y="2694"/>
                    </a:cubicBezTo>
                    <a:cubicBezTo>
                      <a:pt x="4399" y="2516"/>
                      <a:pt x="4533" y="2302"/>
                      <a:pt x="4604" y="2061"/>
                    </a:cubicBezTo>
                    <a:cubicBezTo>
                      <a:pt x="4675" y="1820"/>
                      <a:pt x="4675" y="1561"/>
                      <a:pt x="4604" y="1312"/>
                    </a:cubicBezTo>
                    <a:cubicBezTo>
                      <a:pt x="4524" y="1080"/>
                      <a:pt x="4390" y="857"/>
                      <a:pt x="4203" y="687"/>
                    </a:cubicBezTo>
                    <a:cubicBezTo>
                      <a:pt x="4024" y="509"/>
                      <a:pt x="3819" y="366"/>
                      <a:pt x="3596" y="259"/>
                    </a:cubicBezTo>
                    <a:cubicBezTo>
                      <a:pt x="3373" y="161"/>
                      <a:pt x="3132" y="80"/>
                      <a:pt x="2891" y="45"/>
                    </a:cubicBezTo>
                    <a:cubicBezTo>
                      <a:pt x="2721" y="14"/>
                      <a:pt x="2554" y="0"/>
                      <a:pt x="23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32"/>
              <p:cNvSpPr/>
              <p:nvPr/>
            </p:nvSpPr>
            <p:spPr>
              <a:xfrm>
                <a:off x="3116322" y="1832342"/>
                <a:ext cx="46214" cy="4711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74" extrusionOk="0">
                    <a:moveTo>
                      <a:pt x="233" y="0"/>
                    </a:moveTo>
                    <a:cubicBezTo>
                      <a:pt x="108" y="0"/>
                      <a:pt x="1" y="107"/>
                      <a:pt x="1" y="241"/>
                    </a:cubicBezTo>
                    <a:cubicBezTo>
                      <a:pt x="1" y="366"/>
                      <a:pt x="99" y="473"/>
                      <a:pt x="233" y="473"/>
                    </a:cubicBezTo>
                    <a:cubicBezTo>
                      <a:pt x="366" y="473"/>
                      <a:pt x="465" y="366"/>
                      <a:pt x="465" y="241"/>
                    </a:cubicBezTo>
                    <a:cubicBezTo>
                      <a:pt x="465" y="107"/>
                      <a:pt x="366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32"/>
              <p:cNvSpPr/>
              <p:nvPr/>
            </p:nvSpPr>
            <p:spPr>
              <a:xfrm>
                <a:off x="3011771" y="1832342"/>
                <a:ext cx="47009" cy="47110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241" y="0"/>
                    </a:moveTo>
                    <a:cubicBezTo>
                      <a:pt x="107" y="0"/>
                      <a:pt x="0" y="107"/>
                      <a:pt x="0" y="241"/>
                    </a:cubicBezTo>
                    <a:cubicBezTo>
                      <a:pt x="0" y="366"/>
                      <a:pt x="107" y="473"/>
                      <a:pt x="241" y="473"/>
                    </a:cubicBezTo>
                    <a:cubicBezTo>
                      <a:pt x="366" y="473"/>
                      <a:pt x="473" y="366"/>
                      <a:pt x="473" y="241"/>
                    </a:cubicBezTo>
                    <a:cubicBezTo>
                      <a:pt x="473" y="107"/>
                      <a:pt x="366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32"/>
              <p:cNvSpPr/>
              <p:nvPr/>
            </p:nvSpPr>
            <p:spPr>
              <a:xfrm>
                <a:off x="2908015" y="1832342"/>
                <a:ext cx="46214" cy="4711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74" extrusionOk="0">
                    <a:moveTo>
                      <a:pt x="232" y="0"/>
                    </a:moveTo>
                    <a:cubicBezTo>
                      <a:pt x="107" y="0"/>
                      <a:pt x="0" y="107"/>
                      <a:pt x="0" y="241"/>
                    </a:cubicBezTo>
                    <a:cubicBezTo>
                      <a:pt x="0" y="366"/>
                      <a:pt x="98" y="473"/>
                      <a:pt x="232" y="473"/>
                    </a:cubicBezTo>
                    <a:cubicBezTo>
                      <a:pt x="366" y="473"/>
                      <a:pt x="464" y="366"/>
                      <a:pt x="464" y="241"/>
                    </a:cubicBezTo>
                    <a:cubicBezTo>
                      <a:pt x="464" y="107"/>
                      <a:pt x="366" y="0"/>
                      <a:pt x="2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07" name="Google Shape;1007;p32"/>
          <p:cNvSpPr/>
          <p:nvPr/>
        </p:nvSpPr>
        <p:spPr>
          <a:xfrm>
            <a:off x="5169325" y="3046175"/>
            <a:ext cx="3405600" cy="129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8" name="Google Shape;1008;p32"/>
          <p:cNvSpPr txBox="1">
            <a:spLocks noGrp="1"/>
          </p:cNvSpPr>
          <p:nvPr>
            <p:ph type="subTitle" idx="4294967295"/>
          </p:nvPr>
        </p:nvSpPr>
        <p:spPr>
          <a:xfrm>
            <a:off x="4746000" y="2893550"/>
            <a:ext cx="3615600" cy="9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Quer saber mais? Nosso código está disponível no GITHUB</a:t>
            </a:r>
            <a:br>
              <a:rPr lang="en" dirty="0"/>
            </a:br>
            <a:r>
              <a:rPr lang="pt-BR" b="1" dirty="0"/>
              <a:t>https://github.com/Adri22K/ProjectCRUD</a:t>
            </a:r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al Support Consulting by Slidesgo">
  <a:themeElements>
    <a:clrScheme name="Simple Light">
      <a:dk1>
        <a:srgbClr val="1A2E35"/>
      </a:dk1>
      <a:lt1>
        <a:srgbClr val="F3F3F3"/>
      </a:lt1>
      <a:dk2>
        <a:srgbClr val="FFFFFF"/>
      </a:dk2>
      <a:lt2>
        <a:srgbClr val="DADADA"/>
      </a:lt2>
      <a:accent1>
        <a:srgbClr val="A6A6A6"/>
      </a:accent1>
      <a:accent2>
        <a:srgbClr val="375A64"/>
      </a:accent2>
      <a:accent3>
        <a:srgbClr val="FEC600"/>
      </a:accent3>
      <a:accent4>
        <a:srgbClr val="FFFFFF"/>
      </a:accent4>
      <a:accent5>
        <a:srgbClr val="FFFFFF"/>
      </a:accent5>
      <a:accent6>
        <a:srgbClr val="FFFFFF"/>
      </a:accent6>
      <a:hlink>
        <a:srgbClr val="1A2E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Microsoft Office PowerPoint</Application>
  <PresentationFormat>Apresentação na tela (16:9)</PresentationFormat>
  <Paragraphs>31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Kanit</vt:lpstr>
      <vt:lpstr>Open Sans</vt:lpstr>
      <vt:lpstr>Arial</vt:lpstr>
      <vt:lpstr>Roboto Condensed Light</vt:lpstr>
      <vt:lpstr>Technical Support Consulting by Slidesgo</vt:lpstr>
      <vt:lpstr>Projeto CRUD - Professor Gilmar</vt:lpstr>
      <vt:lpstr>01</vt:lpstr>
      <vt:lpstr>Estilização</vt:lpstr>
      <vt:lpstr>Formulário</vt:lpstr>
      <vt:lpstr>Banco de Dados</vt:lpstr>
      <vt:lpstr>Apresentação do PowerPoint</vt:lpstr>
      <vt:lpstr>Java Script</vt:lpstr>
      <vt:lpstr>Apresentação do PowerPoint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Adri Stollemberger</cp:lastModifiedBy>
  <cp:revision>1</cp:revision>
  <dcterms:modified xsi:type="dcterms:W3CDTF">2025-05-11T03:31:13Z</dcterms:modified>
</cp:coreProperties>
</file>